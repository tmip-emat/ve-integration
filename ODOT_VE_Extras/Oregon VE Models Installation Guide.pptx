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4" r:id="rId4"/>
    <p:sldMasterId id="2147483705" r:id="rId5"/>
    <p:sldMasterId id="2147483700" r:id="rId6"/>
    <p:sldMasterId id="2147483726" r:id="rId7"/>
    <p:sldMasterId id="2147483731" r:id="rId8"/>
    <p:sldMasterId id="2147483736" r:id="rId9"/>
  </p:sldMasterIdLst>
  <p:notesMasterIdLst>
    <p:notesMasterId r:id="rId29"/>
  </p:notesMasterIdLst>
  <p:handoutMasterIdLst>
    <p:handoutMasterId r:id="rId30"/>
  </p:handoutMasterIdLst>
  <p:sldIdLst>
    <p:sldId id="433" r:id="rId10"/>
    <p:sldId id="450" r:id="rId11"/>
    <p:sldId id="426" r:id="rId12"/>
    <p:sldId id="452" r:id="rId13"/>
    <p:sldId id="453" r:id="rId14"/>
    <p:sldId id="451" r:id="rId15"/>
    <p:sldId id="440" r:id="rId16"/>
    <p:sldId id="442" r:id="rId17"/>
    <p:sldId id="441" r:id="rId18"/>
    <p:sldId id="443" r:id="rId19"/>
    <p:sldId id="445" r:id="rId20"/>
    <p:sldId id="444" r:id="rId21"/>
    <p:sldId id="447" r:id="rId22"/>
    <p:sldId id="448" r:id="rId23"/>
    <p:sldId id="455" r:id="rId24"/>
    <p:sldId id="1633" r:id="rId25"/>
    <p:sldId id="1651" r:id="rId26"/>
    <p:sldId id="454" r:id="rId27"/>
    <p:sldId id="1650" r:id="rId28"/>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C2B034-FB2B-4996-01C5-0591571FBE63}" name="Jonathan Slason" initials="JS" userId="S::jonathan.slason@rsginc.com::03e92085-1906-4714-8fb1-156f52cd43a7" providerId="AD"/>
  <p188:author id="{0C3B2269-3FFB-391B-30A5-D1A6724ED204}" name="Joseph Wildey" initials="JW" userId="S::joseph.wildey@rsginc.com::170dc0b6-6487-49db-a10f-67e7b916fc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484A"/>
    <a:srgbClr val="EC8B1F"/>
    <a:srgbClr val="D6127D"/>
    <a:srgbClr val="77787B"/>
    <a:srgbClr val="B1B3B6"/>
    <a:srgbClr val="DE5429"/>
    <a:srgbClr val="ED9D2D"/>
    <a:srgbClr val="FF2600"/>
    <a:srgbClr val="DCDDDE"/>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218642-0D39-4AE5-96BD-215BD29677CD}" v="3" dt="2024-01-04T22:18:24.734"/>
  </p1510:revLst>
</p1510:revInfo>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p:scale>
          <a:sx n="53" d="100"/>
          <a:sy n="53" d="100"/>
        </p:scale>
        <p:origin x="1680" y="1044"/>
      </p:cViewPr>
      <p:guideLst/>
    </p:cSldViewPr>
  </p:slideViewPr>
  <p:notesTextViewPr>
    <p:cViewPr>
      <p:scale>
        <a:sx n="1" d="1"/>
        <a:sy n="1" d="1"/>
      </p:scale>
      <p:origin x="0" y="0"/>
    </p:cViewPr>
  </p:notesTextViewPr>
  <p:notesViewPr>
    <p:cSldViewPr snapToGrid="0">
      <p:cViewPr>
        <p:scale>
          <a:sx n="110" d="100"/>
          <a:sy n="110" d="100"/>
        </p:scale>
        <p:origin x="2360" y="23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customXml" Target="../customXml/item3.xml"/><Relationship Id="rId21" Type="http://schemas.openxmlformats.org/officeDocument/2006/relationships/slide" Target="slides/slide12.xml"/><Relationship Id="rId34"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microsoft.com/office/2018/10/relationships/authors" Target="author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25BB3D4B-E7F6-4A42-853B-40C1A88C262E}" type="datetimeFigureOut">
              <a:rPr lang="en-US" smtClean="0"/>
              <a:t>6/7/2024</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577C7C1A-D5B2-4BB7-A8A5-88681A8C6345}" type="slidenum">
              <a:rPr lang="en-US" smtClean="0"/>
              <a:t>‹#›</a:t>
            </a:fld>
            <a:endParaRPr lang="en-US" dirty="0"/>
          </a:p>
        </p:txBody>
      </p:sp>
    </p:spTree>
    <p:extLst>
      <p:ext uri="{BB962C8B-B14F-4D97-AF65-F5344CB8AC3E}">
        <p14:creationId xmlns:p14="http://schemas.microsoft.com/office/powerpoint/2010/main" val="40463649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52686A57-3D42-1746-A4F9-9BA3F9944E9C}" type="datetimeFigureOut">
              <a:rPr lang="en-US" smtClean="0"/>
              <a:t>6/7/2024</a:t>
            </a:fld>
            <a:endParaRPr lang="en-US" dirty="0"/>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746EF74-4753-DA47-9B34-F93D23E42F59}" type="slidenum">
              <a:rPr lang="en-US" smtClean="0"/>
              <a:t>‹#›</a:t>
            </a:fld>
            <a:endParaRPr lang="en-US" dirty="0"/>
          </a:p>
        </p:txBody>
      </p:sp>
    </p:spTree>
    <p:extLst>
      <p:ext uri="{BB962C8B-B14F-4D97-AF65-F5344CB8AC3E}">
        <p14:creationId xmlns:p14="http://schemas.microsoft.com/office/powerpoint/2010/main" val="9810060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2pt Basic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marL="548640" indent="0">
              <a:buFontTx/>
              <a:buNone/>
              <a:defRPr sz="1200" i="1">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 / Italics</a:t>
            </a:r>
          </a:p>
          <a:p>
            <a:pPr lvl="4"/>
            <a:r>
              <a:rPr lang="en-US" dirty="0"/>
              <a:t>Fifth Level</a:t>
            </a:r>
          </a:p>
        </p:txBody>
      </p:sp>
    </p:spTree>
    <p:extLst>
      <p:ext uri="{BB962C8B-B14F-4D97-AF65-F5344CB8AC3E}">
        <p14:creationId xmlns:p14="http://schemas.microsoft.com/office/powerpoint/2010/main" val="75022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pt Subtitle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2" name="Text Placeholder 11">
            <a:extLst>
              <a:ext uri="{FF2B5EF4-FFF2-40B4-BE49-F238E27FC236}">
                <a16:creationId xmlns:a16="http://schemas.microsoft.com/office/drawing/2014/main" id="{AF6DE4A8-CBA7-2C23-C96E-E9B4E3CF4DDF}"/>
              </a:ext>
            </a:extLst>
          </p:cNvPr>
          <p:cNvSpPr>
            <a:spLocks noGrp="1"/>
          </p:cNvSpPr>
          <p:nvPr>
            <p:ph type="body" sz="quarter" idx="12" hasCustomPrompt="1"/>
          </p:nvPr>
        </p:nvSpPr>
        <p:spPr>
          <a:xfrm>
            <a:off x="838200" y="1600200"/>
            <a:ext cx="10515600"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4" name="Text Placeholder 3">
            <a:extLst>
              <a:ext uri="{FF2B5EF4-FFF2-40B4-BE49-F238E27FC236}">
                <a16:creationId xmlns:a16="http://schemas.microsoft.com/office/drawing/2014/main" id="{7C815993-257B-ADDB-E1C4-70774D0BAD86}"/>
              </a:ext>
            </a:extLst>
          </p:cNvPr>
          <p:cNvSpPr>
            <a:spLocks noGrp="1"/>
          </p:cNvSpPr>
          <p:nvPr>
            <p:ph type="body" sz="quarter" idx="13"/>
          </p:nvPr>
        </p:nvSpPr>
        <p:spPr>
          <a:xfrm>
            <a:off x="838200" y="2071817"/>
            <a:ext cx="10792883" cy="4095304"/>
          </a:xfrm>
        </p:spPr>
        <p:txBody>
          <a:bodyPr>
            <a:normAutofit/>
          </a:bodyPr>
          <a:lstStyle>
            <a:lvl1pPr>
              <a:lnSpc>
                <a:spcPct val="110000"/>
              </a:lnSpc>
              <a:defRPr sz="1200">
                <a:solidFill>
                  <a:srgbClr val="48484A"/>
                </a:solidFill>
              </a:defRPr>
            </a:lvl1pPr>
            <a:lvl2pPr>
              <a:lnSpc>
                <a:spcPct val="110000"/>
              </a:lnSpc>
              <a:defRPr sz="1200">
                <a:solidFill>
                  <a:srgbClr val="48484A"/>
                </a:solidFill>
              </a:defRPr>
            </a:lvl2pPr>
            <a:lvl3pPr>
              <a:lnSpc>
                <a:spcPct val="110000"/>
              </a:lnSpc>
              <a:defRPr sz="1200">
                <a:solidFill>
                  <a:srgbClr val="48484A"/>
                </a:solidFill>
              </a:defRPr>
            </a:lvl3pPr>
            <a:lvl4pPr>
              <a:lnSpc>
                <a:spcPct val="110000"/>
              </a:lnSpc>
              <a:defRPr sz="1200">
                <a:solidFill>
                  <a:srgbClr val="48484A"/>
                </a:solidFill>
              </a:defRPr>
            </a:lvl4pPr>
            <a:lvl5pPr>
              <a:lnSpc>
                <a:spcPct val="110000"/>
              </a:lnSpc>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350938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2pt 2-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5" name="Text Placeholder 11">
            <a:extLst>
              <a:ext uri="{FF2B5EF4-FFF2-40B4-BE49-F238E27FC236}">
                <a16:creationId xmlns:a16="http://schemas.microsoft.com/office/drawing/2014/main" id="{EBB39B8C-F7A7-8AAA-C6C4-553A08CCCBC1}"/>
              </a:ext>
            </a:extLst>
          </p:cNvPr>
          <p:cNvSpPr>
            <a:spLocks noGrp="1"/>
          </p:cNvSpPr>
          <p:nvPr>
            <p:ph type="body" sz="quarter" idx="12" hasCustomPrompt="1"/>
          </p:nvPr>
        </p:nvSpPr>
        <p:spPr>
          <a:xfrm>
            <a:off x="838200"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6" name="Text Placeholder 3">
            <a:extLst>
              <a:ext uri="{FF2B5EF4-FFF2-40B4-BE49-F238E27FC236}">
                <a16:creationId xmlns:a16="http://schemas.microsoft.com/office/drawing/2014/main" id="{4BCFBF2D-60AE-27A6-504C-FC7E0FB01581}"/>
              </a:ext>
            </a:extLst>
          </p:cNvPr>
          <p:cNvSpPr>
            <a:spLocks noGrp="1"/>
          </p:cNvSpPr>
          <p:nvPr>
            <p:ph type="body" sz="quarter" idx="13"/>
          </p:nvPr>
        </p:nvSpPr>
        <p:spPr>
          <a:xfrm>
            <a:off x="838200" y="2071816"/>
            <a:ext cx="5010665"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11">
            <a:extLst>
              <a:ext uri="{FF2B5EF4-FFF2-40B4-BE49-F238E27FC236}">
                <a16:creationId xmlns:a16="http://schemas.microsoft.com/office/drawing/2014/main" id="{67BF2504-E35D-7378-6079-6946BF34B8DA}"/>
              </a:ext>
            </a:extLst>
          </p:cNvPr>
          <p:cNvSpPr>
            <a:spLocks noGrp="1"/>
          </p:cNvSpPr>
          <p:nvPr>
            <p:ph type="body" sz="quarter" idx="14" hasCustomPrompt="1"/>
          </p:nvPr>
        </p:nvSpPr>
        <p:spPr>
          <a:xfrm>
            <a:off x="6349314"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9" name="Text Placeholder 3">
            <a:extLst>
              <a:ext uri="{FF2B5EF4-FFF2-40B4-BE49-F238E27FC236}">
                <a16:creationId xmlns:a16="http://schemas.microsoft.com/office/drawing/2014/main" id="{AE2B4A14-3BDA-F5BC-D838-81FCC54A9984}"/>
              </a:ext>
            </a:extLst>
          </p:cNvPr>
          <p:cNvSpPr>
            <a:spLocks noGrp="1"/>
          </p:cNvSpPr>
          <p:nvPr>
            <p:ph type="body" sz="quarter" idx="15"/>
          </p:nvPr>
        </p:nvSpPr>
        <p:spPr>
          <a:xfrm>
            <a:off x="6349314" y="2071816"/>
            <a:ext cx="5010665"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77814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2pt 3-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9" name="Text Placeholder 11">
            <a:extLst>
              <a:ext uri="{FF2B5EF4-FFF2-40B4-BE49-F238E27FC236}">
                <a16:creationId xmlns:a16="http://schemas.microsoft.com/office/drawing/2014/main" id="{2D266CA9-5690-8043-4F89-8752250B529D}"/>
              </a:ext>
            </a:extLst>
          </p:cNvPr>
          <p:cNvSpPr>
            <a:spLocks noGrp="1"/>
          </p:cNvSpPr>
          <p:nvPr>
            <p:ph type="body" sz="quarter" idx="12" hasCustomPrompt="1"/>
          </p:nvPr>
        </p:nvSpPr>
        <p:spPr>
          <a:xfrm>
            <a:off x="838201"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20" name="Text Placeholder 3">
            <a:extLst>
              <a:ext uri="{FF2B5EF4-FFF2-40B4-BE49-F238E27FC236}">
                <a16:creationId xmlns:a16="http://schemas.microsoft.com/office/drawing/2014/main" id="{B7F9302E-BEEA-A043-6F4C-7A575B6FB367}"/>
              </a:ext>
            </a:extLst>
          </p:cNvPr>
          <p:cNvSpPr>
            <a:spLocks noGrp="1"/>
          </p:cNvSpPr>
          <p:nvPr>
            <p:ph type="body" sz="quarter" idx="21"/>
          </p:nvPr>
        </p:nvSpPr>
        <p:spPr>
          <a:xfrm>
            <a:off x="838201" y="2071816"/>
            <a:ext cx="3305432"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1">
            <a:extLst>
              <a:ext uri="{FF2B5EF4-FFF2-40B4-BE49-F238E27FC236}">
                <a16:creationId xmlns:a16="http://schemas.microsoft.com/office/drawing/2014/main" id="{D9BCD840-4DCF-64C0-9819-ED77A4959B93}"/>
              </a:ext>
            </a:extLst>
          </p:cNvPr>
          <p:cNvSpPr>
            <a:spLocks noGrp="1"/>
          </p:cNvSpPr>
          <p:nvPr>
            <p:ph type="body" sz="quarter" idx="22" hasCustomPrompt="1"/>
          </p:nvPr>
        </p:nvSpPr>
        <p:spPr>
          <a:xfrm>
            <a:off x="4444314"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22" name="Text Placeholder 3">
            <a:extLst>
              <a:ext uri="{FF2B5EF4-FFF2-40B4-BE49-F238E27FC236}">
                <a16:creationId xmlns:a16="http://schemas.microsoft.com/office/drawing/2014/main" id="{50D38169-CA48-C159-F11A-EE6F243C88BC}"/>
              </a:ext>
            </a:extLst>
          </p:cNvPr>
          <p:cNvSpPr>
            <a:spLocks noGrp="1"/>
          </p:cNvSpPr>
          <p:nvPr>
            <p:ph type="body" sz="quarter" idx="23"/>
          </p:nvPr>
        </p:nvSpPr>
        <p:spPr>
          <a:xfrm>
            <a:off x="4444314" y="2071816"/>
            <a:ext cx="3305432"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1">
            <a:extLst>
              <a:ext uri="{FF2B5EF4-FFF2-40B4-BE49-F238E27FC236}">
                <a16:creationId xmlns:a16="http://schemas.microsoft.com/office/drawing/2014/main" id="{C15ECCDE-F430-41CA-75D0-3EDE0C96365F}"/>
              </a:ext>
            </a:extLst>
          </p:cNvPr>
          <p:cNvSpPr>
            <a:spLocks noGrp="1"/>
          </p:cNvSpPr>
          <p:nvPr>
            <p:ph type="body" sz="quarter" idx="24" hasCustomPrompt="1"/>
          </p:nvPr>
        </p:nvSpPr>
        <p:spPr>
          <a:xfrm>
            <a:off x="8050428"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24" name="Text Placeholder 3">
            <a:extLst>
              <a:ext uri="{FF2B5EF4-FFF2-40B4-BE49-F238E27FC236}">
                <a16:creationId xmlns:a16="http://schemas.microsoft.com/office/drawing/2014/main" id="{917693F9-CC60-88A6-22DF-0A231A98EB82}"/>
              </a:ext>
            </a:extLst>
          </p:cNvPr>
          <p:cNvSpPr>
            <a:spLocks noGrp="1"/>
          </p:cNvSpPr>
          <p:nvPr>
            <p:ph type="body" sz="quarter" idx="25"/>
          </p:nvPr>
        </p:nvSpPr>
        <p:spPr>
          <a:xfrm>
            <a:off x="8050428" y="2071816"/>
            <a:ext cx="3305432" cy="4370387"/>
          </a:xfrm>
        </p:spPr>
        <p:txBody>
          <a:bodyPr>
            <a:norm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430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8pt Basic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4370387"/>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marL="548640" indent="0">
              <a:lnSpc>
                <a:spcPct val="110000"/>
              </a:lnSpc>
              <a:buFontTx/>
              <a:buNone/>
              <a:defRPr sz="1800" i="1">
                <a:solidFill>
                  <a:srgbClr val="48484A"/>
                </a:solidFill>
              </a:defRPr>
            </a:lvl4pPr>
            <a:lvl5pPr>
              <a:lnSpc>
                <a:spcPct val="110000"/>
              </a:lnSpc>
              <a:defRPr sz="18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 / Italics</a:t>
            </a:r>
          </a:p>
          <a:p>
            <a:pPr lvl="4"/>
            <a:r>
              <a:rPr lang="en-US" dirty="0"/>
              <a:t>Fifth Level</a:t>
            </a:r>
          </a:p>
        </p:txBody>
      </p:sp>
    </p:spTree>
    <p:extLst>
      <p:ext uri="{BB962C8B-B14F-4D97-AF65-F5344CB8AC3E}">
        <p14:creationId xmlns:p14="http://schemas.microsoft.com/office/powerpoint/2010/main" val="2306751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8pt Subtitle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2" name="Text Placeholder 11">
            <a:extLst>
              <a:ext uri="{FF2B5EF4-FFF2-40B4-BE49-F238E27FC236}">
                <a16:creationId xmlns:a16="http://schemas.microsoft.com/office/drawing/2014/main" id="{AF6DE4A8-CBA7-2C23-C96E-E9B4E3CF4DDF}"/>
              </a:ext>
            </a:extLst>
          </p:cNvPr>
          <p:cNvSpPr>
            <a:spLocks noGrp="1"/>
          </p:cNvSpPr>
          <p:nvPr>
            <p:ph type="body" sz="quarter" idx="12" hasCustomPrompt="1"/>
          </p:nvPr>
        </p:nvSpPr>
        <p:spPr>
          <a:xfrm>
            <a:off x="838200" y="1600200"/>
            <a:ext cx="10515600"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4" name="Text Placeholder 3">
            <a:extLst>
              <a:ext uri="{FF2B5EF4-FFF2-40B4-BE49-F238E27FC236}">
                <a16:creationId xmlns:a16="http://schemas.microsoft.com/office/drawing/2014/main" id="{7C815993-257B-ADDB-E1C4-70774D0BAD86}"/>
              </a:ext>
            </a:extLst>
          </p:cNvPr>
          <p:cNvSpPr>
            <a:spLocks noGrp="1"/>
          </p:cNvSpPr>
          <p:nvPr>
            <p:ph type="body" sz="quarter" idx="13"/>
          </p:nvPr>
        </p:nvSpPr>
        <p:spPr>
          <a:xfrm>
            <a:off x="838200" y="2071817"/>
            <a:ext cx="10792883" cy="4095304"/>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a:lnSpc>
                <a:spcPct val="110000"/>
              </a:lnSpc>
              <a:defRPr sz="1800">
                <a:solidFill>
                  <a:srgbClr val="48484A"/>
                </a:solidFill>
              </a:defRPr>
            </a:lvl4pPr>
            <a:lvl5pPr>
              <a:lnSpc>
                <a:spcPct val="110000"/>
              </a:lnSpc>
              <a:defRPr sz="18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916936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8pt 2-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5" name="Text Placeholder 11">
            <a:extLst>
              <a:ext uri="{FF2B5EF4-FFF2-40B4-BE49-F238E27FC236}">
                <a16:creationId xmlns:a16="http://schemas.microsoft.com/office/drawing/2014/main" id="{EBB39B8C-F7A7-8AAA-C6C4-553A08CCCBC1}"/>
              </a:ext>
            </a:extLst>
          </p:cNvPr>
          <p:cNvSpPr>
            <a:spLocks noGrp="1"/>
          </p:cNvSpPr>
          <p:nvPr>
            <p:ph type="body" sz="quarter" idx="12" hasCustomPrompt="1"/>
          </p:nvPr>
        </p:nvSpPr>
        <p:spPr>
          <a:xfrm>
            <a:off x="838200"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6" name="Text Placeholder 3">
            <a:extLst>
              <a:ext uri="{FF2B5EF4-FFF2-40B4-BE49-F238E27FC236}">
                <a16:creationId xmlns:a16="http://schemas.microsoft.com/office/drawing/2014/main" id="{4BCFBF2D-60AE-27A6-504C-FC7E0FB01581}"/>
              </a:ext>
            </a:extLst>
          </p:cNvPr>
          <p:cNvSpPr>
            <a:spLocks noGrp="1"/>
          </p:cNvSpPr>
          <p:nvPr>
            <p:ph type="body" sz="quarter" idx="13"/>
          </p:nvPr>
        </p:nvSpPr>
        <p:spPr>
          <a:xfrm>
            <a:off x="838200" y="2071816"/>
            <a:ext cx="5010665" cy="4370387"/>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a:lnSpc>
                <a:spcPct val="110000"/>
              </a:lnSpc>
              <a:defRPr sz="1800">
                <a:solidFill>
                  <a:srgbClr val="48484A"/>
                </a:solidFill>
              </a:defRPr>
            </a:lvl4pPr>
            <a:lvl5pPr>
              <a:lnSpc>
                <a:spcPct val="110000"/>
              </a:lnSpc>
              <a:defRPr sz="18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11">
            <a:extLst>
              <a:ext uri="{FF2B5EF4-FFF2-40B4-BE49-F238E27FC236}">
                <a16:creationId xmlns:a16="http://schemas.microsoft.com/office/drawing/2014/main" id="{67BF2504-E35D-7378-6079-6946BF34B8DA}"/>
              </a:ext>
            </a:extLst>
          </p:cNvPr>
          <p:cNvSpPr>
            <a:spLocks noGrp="1"/>
          </p:cNvSpPr>
          <p:nvPr>
            <p:ph type="body" sz="quarter" idx="14" hasCustomPrompt="1"/>
          </p:nvPr>
        </p:nvSpPr>
        <p:spPr>
          <a:xfrm>
            <a:off x="6349314"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9" name="Text Placeholder 3">
            <a:extLst>
              <a:ext uri="{FF2B5EF4-FFF2-40B4-BE49-F238E27FC236}">
                <a16:creationId xmlns:a16="http://schemas.microsoft.com/office/drawing/2014/main" id="{AE2B4A14-3BDA-F5BC-D838-81FCC54A9984}"/>
              </a:ext>
            </a:extLst>
          </p:cNvPr>
          <p:cNvSpPr>
            <a:spLocks noGrp="1"/>
          </p:cNvSpPr>
          <p:nvPr>
            <p:ph type="body" sz="quarter" idx="15"/>
          </p:nvPr>
        </p:nvSpPr>
        <p:spPr>
          <a:xfrm>
            <a:off x="6349314" y="2071816"/>
            <a:ext cx="5010665" cy="4370387"/>
          </a:xfrm>
        </p:spPr>
        <p:txBody>
          <a:bodyPr>
            <a:normAutofit/>
          </a:bodyPr>
          <a:lstStyle>
            <a:lvl1pPr>
              <a:lnSpc>
                <a:spcPct val="110000"/>
              </a:lnSpc>
              <a:defRPr sz="1800">
                <a:solidFill>
                  <a:srgbClr val="48484A"/>
                </a:solidFill>
              </a:defRPr>
            </a:lvl1pPr>
            <a:lvl2pPr>
              <a:lnSpc>
                <a:spcPct val="110000"/>
              </a:lnSpc>
              <a:defRPr sz="1800">
                <a:solidFill>
                  <a:srgbClr val="48484A"/>
                </a:solidFill>
              </a:defRPr>
            </a:lvl2pPr>
            <a:lvl3pPr>
              <a:lnSpc>
                <a:spcPct val="110000"/>
              </a:lnSpc>
              <a:defRPr sz="1800">
                <a:solidFill>
                  <a:srgbClr val="48484A"/>
                </a:solidFill>
              </a:defRPr>
            </a:lvl3pPr>
            <a:lvl4pPr>
              <a:lnSpc>
                <a:spcPct val="110000"/>
              </a:lnSpc>
              <a:defRPr sz="1800">
                <a:solidFill>
                  <a:srgbClr val="48484A"/>
                </a:solidFill>
              </a:defRPr>
            </a:lvl4pPr>
            <a:lvl5pPr>
              <a:lnSpc>
                <a:spcPct val="110000"/>
              </a:lnSpc>
              <a:defRPr sz="18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507985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pt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1480277"/>
          </a:xfrm>
        </p:spPr>
        <p:txBody>
          <a:bodyPr>
            <a:spAutoFit/>
          </a:bodyPr>
          <a:lstStyle>
            <a:lvl1pPr marL="171450" indent="-171450" fontAlgn="ctr">
              <a:buClr>
                <a:srgbClr val="EC8B1F"/>
              </a:buClr>
              <a:buSzPct val="250000"/>
              <a:buFont typeface="Arial" panose="020B0604020202020204" pitchFamily="34" charset="0"/>
              <a:buChar char="•"/>
              <a:defRPr sz="1200" b="1">
                <a:solidFill>
                  <a:srgbClr val="48484A"/>
                </a:solidFill>
              </a:defRPr>
            </a:lvl1pPr>
            <a:lvl2pPr>
              <a:buClr>
                <a:srgbClr val="EC8B1F"/>
              </a:buClr>
              <a:buSzPct val="125000"/>
              <a:defRPr sz="1200" b="1">
                <a:solidFill>
                  <a:srgbClr val="48484A"/>
                </a:solidFill>
              </a:defRPr>
            </a:lvl2pPr>
            <a:lvl3pPr>
              <a:buClr>
                <a:srgbClr val="EC8B1F"/>
              </a:buClr>
              <a:buSzPct val="125000"/>
              <a:defRPr sz="1200" b="1">
                <a:solidFill>
                  <a:srgbClr val="48484A"/>
                </a:solidFill>
              </a:defRPr>
            </a:lvl3pPr>
            <a:lvl4pPr marL="548640" indent="0">
              <a:buFontTx/>
              <a:buNone/>
              <a:defRPr sz="1200" b="1" i="1">
                <a:solidFill>
                  <a:srgbClr val="48484A"/>
                </a:solidFill>
              </a:defRPr>
            </a:lvl4pPr>
            <a:lvl5pPr>
              <a:buClr>
                <a:srgbClr val="EC8B1F"/>
              </a:buClr>
              <a:buSzPct val="125000"/>
              <a:defRPr sz="1200" b="1">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58999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pt Subtitled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2" name="Text Placeholder 11">
            <a:extLst>
              <a:ext uri="{FF2B5EF4-FFF2-40B4-BE49-F238E27FC236}">
                <a16:creationId xmlns:a16="http://schemas.microsoft.com/office/drawing/2014/main" id="{AF6DE4A8-CBA7-2C23-C96E-E9B4E3CF4DDF}"/>
              </a:ext>
            </a:extLst>
          </p:cNvPr>
          <p:cNvSpPr>
            <a:spLocks noGrp="1"/>
          </p:cNvSpPr>
          <p:nvPr>
            <p:ph type="body" sz="quarter" idx="12" hasCustomPrompt="1"/>
          </p:nvPr>
        </p:nvSpPr>
        <p:spPr>
          <a:xfrm>
            <a:off x="838200" y="1600200"/>
            <a:ext cx="10515600"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4" name="Text Placeholder 3">
            <a:extLst>
              <a:ext uri="{FF2B5EF4-FFF2-40B4-BE49-F238E27FC236}">
                <a16:creationId xmlns:a16="http://schemas.microsoft.com/office/drawing/2014/main" id="{7C815993-257B-ADDB-E1C4-70774D0BAD86}"/>
              </a:ext>
            </a:extLst>
          </p:cNvPr>
          <p:cNvSpPr>
            <a:spLocks noGrp="1"/>
          </p:cNvSpPr>
          <p:nvPr>
            <p:ph type="body" sz="quarter" idx="13"/>
          </p:nvPr>
        </p:nvSpPr>
        <p:spPr>
          <a:xfrm>
            <a:off x="838200" y="2071817"/>
            <a:ext cx="10792883"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36674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pt 2-Column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5" name="Text Placeholder 11">
            <a:extLst>
              <a:ext uri="{FF2B5EF4-FFF2-40B4-BE49-F238E27FC236}">
                <a16:creationId xmlns:a16="http://schemas.microsoft.com/office/drawing/2014/main" id="{EBB39B8C-F7A7-8AAA-C6C4-553A08CCCBC1}"/>
              </a:ext>
            </a:extLst>
          </p:cNvPr>
          <p:cNvSpPr>
            <a:spLocks noGrp="1"/>
          </p:cNvSpPr>
          <p:nvPr>
            <p:ph type="body" sz="quarter" idx="12" hasCustomPrompt="1"/>
          </p:nvPr>
        </p:nvSpPr>
        <p:spPr>
          <a:xfrm>
            <a:off x="838200"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6" name="Text Placeholder 3">
            <a:extLst>
              <a:ext uri="{FF2B5EF4-FFF2-40B4-BE49-F238E27FC236}">
                <a16:creationId xmlns:a16="http://schemas.microsoft.com/office/drawing/2014/main" id="{4BCFBF2D-60AE-27A6-504C-FC7E0FB01581}"/>
              </a:ext>
            </a:extLst>
          </p:cNvPr>
          <p:cNvSpPr>
            <a:spLocks noGrp="1"/>
          </p:cNvSpPr>
          <p:nvPr>
            <p:ph type="body" sz="quarter" idx="13"/>
          </p:nvPr>
        </p:nvSpPr>
        <p:spPr>
          <a:xfrm>
            <a:off x="838200" y="2071817"/>
            <a:ext cx="5010665" cy="1480277"/>
          </a:xfrm>
        </p:spPr>
        <p:txBody>
          <a:bodyPr>
            <a:spAutoFit/>
          </a:bodyPr>
          <a:lstStyle>
            <a:lvl1pPr marL="182880">
              <a:defRPr sz="1200">
                <a:solidFill>
                  <a:srgbClr val="48484A"/>
                </a:solidFill>
              </a:defRPr>
            </a:lvl1pPr>
            <a:lvl2pPr marL="365760" indent="-182880">
              <a:buFont typeface="System Font Regular"/>
              <a:buChar char="–"/>
              <a:defRPr sz="1200">
                <a:solidFill>
                  <a:srgbClr val="48484A"/>
                </a:solidFill>
              </a:defRPr>
            </a:lvl2pPr>
            <a:lvl3pPr>
              <a:defRPr sz="1200">
                <a:solidFill>
                  <a:srgbClr val="48484A"/>
                </a:solidFill>
              </a:defRPr>
            </a:lvl3pPr>
            <a:lvl4pPr>
              <a:defRPr sz="1200">
                <a:solidFill>
                  <a:srgbClr val="48484A"/>
                </a:solidFill>
              </a:defRPr>
            </a:lvl4pPr>
            <a:lvl5pPr marL="731520" indent="-182880">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11">
            <a:extLst>
              <a:ext uri="{FF2B5EF4-FFF2-40B4-BE49-F238E27FC236}">
                <a16:creationId xmlns:a16="http://schemas.microsoft.com/office/drawing/2014/main" id="{67BF2504-E35D-7378-6079-6946BF34B8DA}"/>
              </a:ext>
            </a:extLst>
          </p:cNvPr>
          <p:cNvSpPr>
            <a:spLocks noGrp="1"/>
          </p:cNvSpPr>
          <p:nvPr>
            <p:ph type="body" sz="quarter" idx="14" hasCustomPrompt="1"/>
          </p:nvPr>
        </p:nvSpPr>
        <p:spPr>
          <a:xfrm>
            <a:off x="6349314" y="1600200"/>
            <a:ext cx="5010665"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9" name="Text Placeholder 3">
            <a:extLst>
              <a:ext uri="{FF2B5EF4-FFF2-40B4-BE49-F238E27FC236}">
                <a16:creationId xmlns:a16="http://schemas.microsoft.com/office/drawing/2014/main" id="{AE2B4A14-3BDA-F5BC-D838-81FCC54A9984}"/>
              </a:ext>
            </a:extLst>
          </p:cNvPr>
          <p:cNvSpPr>
            <a:spLocks noGrp="1"/>
          </p:cNvSpPr>
          <p:nvPr>
            <p:ph type="body" sz="quarter" idx="15"/>
          </p:nvPr>
        </p:nvSpPr>
        <p:spPr>
          <a:xfrm>
            <a:off x="6349314" y="2071817"/>
            <a:ext cx="5010665" cy="1480277"/>
          </a:xfrm>
        </p:spPr>
        <p:txBody>
          <a:bodyPr>
            <a:spAutoFit/>
          </a:bodyPr>
          <a:lstStyle>
            <a:lvl1pPr marL="182880">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388355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pt 3-Column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9" name="Text Placeholder 11">
            <a:extLst>
              <a:ext uri="{FF2B5EF4-FFF2-40B4-BE49-F238E27FC236}">
                <a16:creationId xmlns:a16="http://schemas.microsoft.com/office/drawing/2014/main" id="{2D266CA9-5690-8043-4F89-8752250B529D}"/>
              </a:ext>
            </a:extLst>
          </p:cNvPr>
          <p:cNvSpPr>
            <a:spLocks noGrp="1"/>
          </p:cNvSpPr>
          <p:nvPr>
            <p:ph type="body" sz="quarter" idx="12" hasCustomPrompt="1"/>
          </p:nvPr>
        </p:nvSpPr>
        <p:spPr>
          <a:xfrm>
            <a:off x="838201"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20" name="Text Placeholder 3">
            <a:extLst>
              <a:ext uri="{FF2B5EF4-FFF2-40B4-BE49-F238E27FC236}">
                <a16:creationId xmlns:a16="http://schemas.microsoft.com/office/drawing/2014/main" id="{B7F9302E-BEEA-A043-6F4C-7A575B6FB367}"/>
              </a:ext>
            </a:extLst>
          </p:cNvPr>
          <p:cNvSpPr>
            <a:spLocks noGrp="1"/>
          </p:cNvSpPr>
          <p:nvPr>
            <p:ph type="body" sz="quarter" idx="21"/>
          </p:nvPr>
        </p:nvSpPr>
        <p:spPr>
          <a:xfrm>
            <a:off x="838201" y="2071817"/>
            <a:ext cx="3305432"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1">
            <a:extLst>
              <a:ext uri="{FF2B5EF4-FFF2-40B4-BE49-F238E27FC236}">
                <a16:creationId xmlns:a16="http://schemas.microsoft.com/office/drawing/2014/main" id="{D9BCD840-4DCF-64C0-9819-ED77A4959B93}"/>
              </a:ext>
            </a:extLst>
          </p:cNvPr>
          <p:cNvSpPr>
            <a:spLocks noGrp="1"/>
          </p:cNvSpPr>
          <p:nvPr>
            <p:ph type="body" sz="quarter" idx="22" hasCustomPrompt="1"/>
          </p:nvPr>
        </p:nvSpPr>
        <p:spPr>
          <a:xfrm>
            <a:off x="4444314"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22" name="Text Placeholder 3">
            <a:extLst>
              <a:ext uri="{FF2B5EF4-FFF2-40B4-BE49-F238E27FC236}">
                <a16:creationId xmlns:a16="http://schemas.microsoft.com/office/drawing/2014/main" id="{50D38169-CA48-C159-F11A-EE6F243C88BC}"/>
              </a:ext>
            </a:extLst>
          </p:cNvPr>
          <p:cNvSpPr>
            <a:spLocks noGrp="1"/>
          </p:cNvSpPr>
          <p:nvPr>
            <p:ph type="body" sz="quarter" idx="23"/>
          </p:nvPr>
        </p:nvSpPr>
        <p:spPr>
          <a:xfrm>
            <a:off x="4444314" y="2071817"/>
            <a:ext cx="3305432"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1">
            <a:extLst>
              <a:ext uri="{FF2B5EF4-FFF2-40B4-BE49-F238E27FC236}">
                <a16:creationId xmlns:a16="http://schemas.microsoft.com/office/drawing/2014/main" id="{C15ECCDE-F430-41CA-75D0-3EDE0C96365F}"/>
              </a:ext>
            </a:extLst>
          </p:cNvPr>
          <p:cNvSpPr>
            <a:spLocks noGrp="1"/>
          </p:cNvSpPr>
          <p:nvPr>
            <p:ph type="body" sz="quarter" idx="24" hasCustomPrompt="1"/>
          </p:nvPr>
        </p:nvSpPr>
        <p:spPr>
          <a:xfrm>
            <a:off x="8050428" y="1600200"/>
            <a:ext cx="3305432" cy="338554"/>
          </a:xfrm>
        </p:spPr>
        <p:txBody>
          <a:bodyPr wrap="square">
            <a:spAutoFit/>
          </a:bodyPr>
          <a:lstStyle>
            <a:lvl1pPr marL="0" indent="0">
              <a:lnSpc>
                <a:spcPct val="100000"/>
              </a:lnSpc>
              <a:buFontTx/>
              <a:buNone/>
              <a:defRPr sz="16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24" name="Text Placeholder 3">
            <a:extLst>
              <a:ext uri="{FF2B5EF4-FFF2-40B4-BE49-F238E27FC236}">
                <a16:creationId xmlns:a16="http://schemas.microsoft.com/office/drawing/2014/main" id="{917693F9-CC60-88A6-22DF-0A231A98EB82}"/>
              </a:ext>
            </a:extLst>
          </p:cNvPr>
          <p:cNvSpPr>
            <a:spLocks noGrp="1"/>
          </p:cNvSpPr>
          <p:nvPr>
            <p:ph type="body" sz="quarter" idx="25"/>
          </p:nvPr>
        </p:nvSpPr>
        <p:spPr>
          <a:xfrm>
            <a:off x="8050428" y="2071817"/>
            <a:ext cx="3305432" cy="1480277"/>
          </a:xfrm>
        </p:spPr>
        <p:txBody>
          <a:bodyPr>
            <a:spAutoFit/>
          </a:bodyPr>
          <a:lstStyle>
            <a:lvl1pPr>
              <a:defRPr sz="1200">
                <a:solidFill>
                  <a:srgbClr val="48484A"/>
                </a:solidFill>
              </a:defRPr>
            </a:lvl1pPr>
            <a:lvl2pPr>
              <a:defRPr sz="1200">
                <a:solidFill>
                  <a:srgbClr val="48484A"/>
                </a:solidFill>
              </a:defRPr>
            </a:lvl2pPr>
            <a:lvl3pPr>
              <a:defRPr sz="1200">
                <a:solidFill>
                  <a:srgbClr val="48484A"/>
                </a:solidFill>
              </a:defRPr>
            </a:lvl3pPr>
            <a:lvl4pPr>
              <a:defRPr sz="1200">
                <a:solidFill>
                  <a:srgbClr val="48484A"/>
                </a:solidFill>
              </a:defRPr>
            </a:lvl4pPr>
            <a:lvl5pPr>
              <a:defRPr sz="1200">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20190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8pt Bold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838201" y="1600200"/>
            <a:ext cx="10515600" cy="1848711"/>
          </a:xfrm>
        </p:spPr>
        <p:txBody>
          <a:bodyPr>
            <a:spAutoFit/>
          </a:bodyPr>
          <a:lstStyle>
            <a:lvl1pPr marL="274320" indent="-274320" fontAlgn="ctr">
              <a:lnSpc>
                <a:spcPct val="110000"/>
              </a:lnSpc>
              <a:buClr>
                <a:srgbClr val="EC8B1F"/>
              </a:buClr>
              <a:buSzPct val="250000"/>
              <a:buFont typeface="Arial" panose="020B0604020202020204" pitchFamily="34" charset="0"/>
              <a:buChar char="•"/>
              <a:defRPr sz="1800" b="1">
                <a:solidFill>
                  <a:srgbClr val="48484A"/>
                </a:solidFill>
              </a:defRPr>
            </a:lvl1pPr>
            <a:lvl2pPr marL="548640" indent="-274320">
              <a:lnSpc>
                <a:spcPct val="110000"/>
              </a:lnSpc>
              <a:buClr>
                <a:srgbClr val="EC8B1F"/>
              </a:buClr>
              <a:buSzPct val="125000"/>
              <a:defRPr sz="1800" b="1">
                <a:solidFill>
                  <a:srgbClr val="48484A"/>
                </a:solidFill>
              </a:defRPr>
            </a:lvl2pPr>
            <a:lvl3pPr marL="822960" indent="-274320">
              <a:lnSpc>
                <a:spcPct val="110000"/>
              </a:lnSpc>
              <a:buClr>
                <a:srgbClr val="EC8B1F"/>
              </a:buClr>
              <a:buSzPct val="125000"/>
              <a:defRPr sz="1800" b="1">
                <a:solidFill>
                  <a:srgbClr val="48484A"/>
                </a:solidFill>
              </a:defRPr>
            </a:lvl3pPr>
            <a:lvl4pPr marL="822960" indent="0">
              <a:lnSpc>
                <a:spcPct val="110000"/>
              </a:lnSpc>
              <a:buFontTx/>
              <a:buNone/>
              <a:defRPr sz="1800" b="1" i="1">
                <a:solidFill>
                  <a:srgbClr val="48484A"/>
                </a:solidFill>
              </a:defRPr>
            </a:lvl4pPr>
            <a:lvl5pPr marL="1097280" indent="-274320">
              <a:lnSpc>
                <a:spcPct val="110000"/>
              </a:lnSpc>
              <a:buClr>
                <a:srgbClr val="EC8B1F"/>
              </a:buClr>
              <a:buSzPct val="125000"/>
              <a:defRPr sz="1800" b="1">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263413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8pt Bold 2-Column Bullet Pag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ABE260-9236-D133-2C5D-B85748B68201}"/>
              </a:ext>
            </a:extLst>
          </p:cNvPr>
          <p:cNvSpPr>
            <a:spLocks noGrp="1"/>
          </p:cNvSpPr>
          <p:nvPr>
            <p:ph type="sldNum" sz="quarter" idx="10"/>
          </p:nvPr>
        </p:nvSpPr>
        <p:spPr/>
        <p:txBody>
          <a:bodyPr/>
          <a:lstStyle/>
          <a:p>
            <a:fld id="{F4510120-A876-4642-B753-556A5424CAF0}" type="slidenum">
              <a:rPr lang="en-US" smtClean="0"/>
              <a:pPr/>
              <a:t>‹#›</a:t>
            </a:fld>
            <a:endParaRPr lang="en-US" dirty="0"/>
          </a:p>
        </p:txBody>
      </p:sp>
      <p:sp>
        <p:nvSpPr>
          <p:cNvPr id="10" name="Title Placeholder 1">
            <a:extLst>
              <a:ext uri="{FF2B5EF4-FFF2-40B4-BE49-F238E27FC236}">
                <a16:creationId xmlns:a16="http://schemas.microsoft.com/office/drawing/2014/main" id="{04326D73-C90D-8381-8568-ED1E71E12228}"/>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sp>
        <p:nvSpPr>
          <p:cNvPr id="14" name="Text Placeholder 3">
            <a:extLst>
              <a:ext uri="{FF2B5EF4-FFF2-40B4-BE49-F238E27FC236}">
                <a16:creationId xmlns:a16="http://schemas.microsoft.com/office/drawing/2014/main" id="{4FD03930-7C2A-9009-5994-33385CF405D2}"/>
              </a:ext>
            </a:extLst>
          </p:cNvPr>
          <p:cNvSpPr>
            <a:spLocks noGrp="1"/>
          </p:cNvSpPr>
          <p:nvPr>
            <p:ph type="body" sz="quarter" idx="13"/>
          </p:nvPr>
        </p:nvSpPr>
        <p:spPr>
          <a:xfrm>
            <a:off x="6324600" y="2070101"/>
            <a:ext cx="5029200" cy="1848711"/>
          </a:xfrm>
        </p:spPr>
        <p:txBody>
          <a:bodyPr>
            <a:spAutoFit/>
          </a:bodyPr>
          <a:lstStyle>
            <a:lvl1pPr marL="274320" indent="-274320" fontAlgn="ctr">
              <a:lnSpc>
                <a:spcPct val="110000"/>
              </a:lnSpc>
              <a:buClr>
                <a:srgbClr val="EC8B1F"/>
              </a:buClr>
              <a:buSzPct val="250000"/>
              <a:buFont typeface="Arial" panose="020B0604020202020204" pitchFamily="34" charset="0"/>
              <a:buChar char="•"/>
              <a:defRPr sz="1800" b="1">
                <a:solidFill>
                  <a:srgbClr val="48484A"/>
                </a:solidFill>
              </a:defRPr>
            </a:lvl1pPr>
            <a:lvl2pPr marL="548640" indent="-274320">
              <a:lnSpc>
                <a:spcPct val="110000"/>
              </a:lnSpc>
              <a:buClr>
                <a:srgbClr val="EC8B1F"/>
              </a:buClr>
              <a:buSzPct val="125000"/>
              <a:defRPr sz="1800" b="1">
                <a:solidFill>
                  <a:srgbClr val="48484A"/>
                </a:solidFill>
              </a:defRPr>
            </a:lvl2pPr>
            <a:lvl3pPr marL="822960" indent="-274320">
              <a:lnSpc>
                <a:spcPct val="110000"/>
              </a:lnSpc>
              <a:buClr>
                <a:srgbClr val="EC8B1F"/>
              </a:buClr>
              <a:buSzPct val="125000"/>
              <a:defRPr sz="1800" b="1">
                <a:solidFill>
                  <a:srgbClr val="48484A"/>
                </a:solidFill>
              </a:defRPr>
            </a:lvl3pPr>
            <a:lvl4pPr marL="822960" indent="0">
              <a:lnSpc>
                <a:spcPct val="110000"/>
              </a:lnSpc>
              <a:buFontTx/>
              <a:buNone/>
              <a:defRPr sz="1800" b="1" i="1">
                <a:solidFill>
                  <a:srgbClr val="48484A"/>
                </a:solidFill>
              </a:defRPr>
            </a:lvl4pPr>
            <a:lvl5pPr marL="1097280" indent="-274320">
              <a:lnSpc>
                <a:spcPct val="110000"/>
              </a:lnSpc>
              <a:buClr>
                <a:srgbClr val="EC8B1F"/>
              </a:buClr>
              <a:buSzPct val="125000"/>
              <a:defRPr sz="1800" b="1">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3">
            <a:extLst>
              <a:ext uri="{FF2B5EF4-FFF2-40B4-BE49-F238E27FC236}">
                <a16:creationId xmlns:a16="http://schemas.microsoft.com/office/drawing/2014/main" id="{E58D948F-A7EC-24E1-5C2D-9298A4DFF603}"/>
              </a:ext>
            </a:extLst>
          </p:cNvPr>
          <p:cNvSpPr>
            <a:spLocks noGrp="1"/>
          </p:cNvSpPr>
          <p:nvPr>
            <p:ph type="body" sz="quarter" idx="14"/>
          </p:nvPr>
        </p:nvSpPr>
        <p:spPr>
          <a:xfrm>
            <a:off x="838200" y="2070101"/>
            <a:ext cx="5143501" cy="1848711"/>
          </a:xfrm>
        </p:spPr>
        <p:txBody>
          <a:bodyPr>
            <a:spAutoFit/>
          </a:bodyPr>
          <a:lstStyle>
            <a:lvl1pPr marL="274320" indent="-274320" fontAlgn="ctr">
              <a:lnSpc>
                <a:spcPct val="110000"/>
              </a:lnSpc>
              <a:buClr>
                <a:srgbClr val="EC8B1F"/>
              </a:buClr>
              <a:buSzPct val="250000"/>
              <a:buFont typeface="Arial" panose="020B0604020202020204" pitchFamily="34" charset="0"/>
              <a:buChar char="•"/>
              <a:defRPr sz="1800" b="1">
                <a:solidFill>
                  <a:srgbClr val="48484A"/>
                </a:solidFill>
              </a:defRPr>
            </a:lvl1pPr>
            <a:lvl2pPr marL="548640" indent="-274320">
              <a:lnSpc>
                <a:spcPct val="110000"/>
              </a:lnSpc>
              <a:buClr>
                <a:srgbClr val="EC8B1F"/>
              </a:buClr>
              <a:buSzPct val="125000"/>
              <a:defRPr sz="1800" b="1">
                <a:solidFill>
                  <a:srgbClr val="48484A"/>
                </a:solidFill>
              </a:defRPr>
            </a:lvl2pPr>
            <a:lvl3pPr marL="822960" indent="-274320">
              <a:lnSpc>
                <a:spcPct val="110000"/>
              </a:lnSpc>
              <a:buClr>
                <a:srgbClr val="EC8B1F"/>
              </a:buClr>
              <a:buSzPct val="125000"/>
              <a:defRPr sz="1800" b="1">
                <a:solidFill>
                  <a:srgbClr val="48484A"/>
                </a:solidFill>
              </a:defRPr>
            </a:lvl3pPr>
            <a:lvl4pPr marL="822960" indent="0">
              <a:lnSpc>
                <a:spcPct val="110000"/>
              </a:lnSpc>
              <a:buFontTx/>
              <a:buNone/>
              <a:defRPr sz="1800" b="1" i="1">
                <a:solidFill>
                  <a:srgbClr val="48484A"/>
                </a:solidFill>
              </a:defRPr>
            </a:lvl4pPr>
            <a:lvl5pPr marL="1097280" indent="-274320">
              <a:lnSpc>
                <a:spcPct val="110000"/>
              </a:lnSpc>
              <a:buClr>
                <a:srgbClr val="EC8B1F"/>
              </a:buClr>
              <a:buSzPct val="125000"/>
              <a:defRPr sz="1800" b="1">
                <a:solidFill>
                  <a:srgbClr val="48484A"/>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11">
            <a:extLst>
              <a:ext uri="{FF2B5EF4-FFF2-40B4-BE49-F238E27FC236}">
                <a16:creationId xmlns:a16="http://schemas.microsoft.com/office/drawing/2014/main" id="{84F13C13-E0D0-30AC-47E0-EA7671E50238}"/>
              </a:ext>
            </a:extLst>
          </p:cNvPr>
          <p:cNvSpPr>
            <a:spLocks noGrp="1"/>
          </p:cNvSpPr>
          <p:nvPr>
            <p:ph type="body" sz="quarter" idx="12" hasCustomPrompt="1"/>
          </p:nvPr>
        </p:nvSpPr>
        <p:spPr>
          <a:xfrm>
            <a:off x="838200"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
        <p:nvSpPr>
          <p:cNvPr id="5" name="Text Placeholder 11">
            <a:extLst>
              <a:ext uri="{FF2B5EF4-FFF2-40B4-BE49-F238E27FC236}">
                <a16:creationId xmlns:a16="http://schemas.microsoft.com/office/drawing/2014/main" id="{9FDDAF00-A7F1-1076-B53B-0900817CABA7}"/>
              </a:ext>
            </a:extLst>
          </p:cNvPr>
          <p:cNvSpPr>
            <a:spLocks noGrp="1"/>
          </p:cNvSpPr>
          <p:nvPr>
            <p:ph type="body" sz="quarter" idx="15" hasCustomPrompt="1"/>
          </p:nvPr>
        </p:nvSpPr>
        <p:spPr>
          <a:xfrm>
            <a:off x="6349314" y="1600200"/>
            <a:ext cx="5010665" cy="400110"/>
          </a:xfrm>
        </p:spPr>
        <p:txBody>
          <a:bodyPr wrap="square">
            <a:spAutoFit/>
          </a:bodyPr>
          <a:lstStyle>
            <a:lvl1pPr marL="0" indent="0">
              <a:lnSpc>
                <a:spcPct val="100000"/>
              </a:lnSpc>
              <a:buFontTx/>
              <a:buNone/>
              <a:defRPr sz="2000" b="1" i="0">
                <a:solidFill>
                  <a:srgbClr val="EC8B1F"/>
                </a:solidFill>
                <a:latin typeface="Arial" panose="020B0604020202020204" pitchFamily="34" charset="0"/>
                <a:cs typeface="Arial" panose="020B0604020202020204" pitchFamily="34" charset="0"/>
              </a:defRPr>
            </a:lvl1pPr>
          </a:lstStyle>
          <a:p>
            <a:pPr lvl="0"/>
            <a:r>
              <a:rPr lang="en-US" dirty="0"/>
              <a:t>Click to edit Subtitle</a:t>
            </a:r>
          </a:p>
        </p:txBody>
      </p:sp>
    </p:spTree>
    <p:extLst>
      <p:ext uri="{BB962C8B-B14F-4D97-AF65-F5344CB8AC3E}">
        <p14:creationId xmlns:p14="http://schemas.microsoft.com/office/powerpoint/2010/main" val="14113124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rgbClr val="48484A"/>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bg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Presentation Title</a:t>
            </a:r>
            <a:endParaRPr dirty="0"/>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lvl1pPr>
              <a:defRPr>
                <a:solidFill>
                  <a:schemeClr val="bg1"/>
                </a:solidFill>
              </a:defRPr>
            </a:lvl1pPr>
          </a:lstStyle>
          <a:p>
            <a:pPr lvl="0"/>
            <a:r>
              <a:rPr lang="en-US" dirty="0"/>
              <a:t>Click to add Presenter(s) name</a:t>
            </a:r>
          </a:p>
        </p:txBody>
      </p:sp>
      <p:pic>
        <p:nvPicPr>
          <p:cNvPr id="4" name="Picture 3" descr="A white text on a black background&#10;&#10;Description automatically generated">
            <a:extLst>
              <a:ext uri="{FF2B5EF4-FFF2-40B4-BE49-F238E27FC236}">
                <a16:creationId xmlns:a16="http://schemas.microsoft.com/office/drawing/2014/main" id="{B3EEC968-EA51-5D27-21FB-9120A40C4EAE}"/>
              </a:ext>
            </a:extLst>
          </p:cNvPr>
          <p:cNvPicPr>
            <a:picLocks noChangeAspect="1"/>
          </p:cNvPicPr>
          <p:nvPr userDrawn="1"/>
        </p:nvPicPr>
        <p:blipFill>
          <a:blip r:embed="rId2"/>
          <a:stretch>
            <a:fillRect/>
          </a:stretch>
        </p:blipFill>
        <p:spPr>
          <a:xfrm>
            <a:off x="9754170" y="3269551"/>
            <a:ext cx="1679878" cy="471394"/>
          </a:xfrm>
          <a:prstGeom prst="rect">
            <a:avLst/>
          </a:prstGeom>
        </p:spPr>
      </p:pic>
    </p:spTree>
    <p:extLst>
      <p:ext uri="{BB962C8B-B14F-4D97-AF65-F5344CB8AC3E}">
        <p14:creationId xmlns:p14="http://schemas.microsoft.com/office/powerpoint/2010/main" val="2560962576"/>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3" pos="528" userDrawn="1">
          <p15:clr>
            <a:srgbClr val="A4A3A4"/>
          </p15:clr>
        </p15:guide>
        <p15:guide id="4" pos="7152" userDrawn="1">
          <p15:clr>
            <a:srgbClr val="A4A3A4"/>
          </p15:clr>
        </p15:guide>
        <p15:guide id="5" orient="horz" pos="408" userDrawn="1">
          <p15:clr>
            <a:srgbClr val="A4A3A4"/>
          </p15:clr>
        </p15:guide>
        <p15:guide id="6" orient="horz" pos="696" userDrawn="1">
          <p15:clr>
            <a:srgbClr val="5ACBF0"/>
          </p15:clr>
        </p15:guide>
        <p15:guide id="7" orient="horz" pos="1008" userDrawn="1">
          <p15:clr>
            <a:srgbClr val="5ACBF0"/>
          </p15:clr>
        </p15:guide>
        <p15:guide id="8" orient="horz" pos="1296" userDrawn="1">
          <p15:clr>
            <a:srgbClr val="5ACBF0"/>
          </p15:clr>
        </p15:guide>
        <p15:guide id="9" orient="horz" pos="1584" userDrawn="1">
          <p15:clr>
            <a:srgbClr val="5ACBF0"/>
          </p15:clr>
        </p15:guide>
        <p15:guide id="10" orient="horz" pos="1872" userDrawn="1">
          <p15:clr>
            <a:srgbClr val="5ACBF0"/>
          </p15:clr>
        </p15:guide>
        <p15:guide id="11" orient="horz" pos="2448" userDrawn="1">
          <p15:clr>
            <a:srgbClr val="5ACBF0"/>
          </p15:clr>
        </p15:guide>
        <p15:guide id="12" orient="horz" pos="2736" userDrawn="1">
          <p15:clr>
            <a:srgbClr val="5ACBF0"/>
          </p15:clr>
        </p15:guide>
        <p15:guide id="13" orient="horz" pos="3024" userDrawn="1">
          <p15:clr>
            <a:srgbClr val="5ACBF0"/>
          </p15:clr>
        </p15:guide>
        <p15:guide id="14" orient="horz" pos="3312" userDrawn="1">
          <p15:clr>
            <a:srgbClr val="5ACBF0"/>
          </p15:clr>
        </p15:guide>
        <p15:guide id="15" orient="horz" pos="3600" userDrawn="1">
          <p15:clr>
            <a:srgbClr val="5ACBF0"/>
          </p15:clr>
        </p15:guide>
        <p15:guide id="16" orient="horz" pos="3888"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 Divider Page">
    <p:bg>
      <p:bgPr>
        <a:solidFill>
          <a:srgbClr val="48484A"/>
        </a:solidFill>
        <a:effectLst/>
      </p:bgPr>
    </p:bg>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179536"/>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bg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bg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Divider Title</a:t>
            </a:r>
            <a:endParaRPr dirty="0"/>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dirty="0"/>
              <a:t>Extra words in orange</a:t>
            </a:r>
          </a:p>
        </p:txBody>
      </p:sp>
    </p:spTree>
    <p:extLst>
      <p:ext uri="{BB962C8B-B14F-4D97-AF65-F5344CB8AC3E}">
        <p14:creationId xmlns:p14="http://schemas.microsoft.com/office/powerpoint/2010/main" val="3370824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3A. End Page">
    <p:bg>
      <p:bgPr>
        <a:solidFill>
          <a:srgbClr val="48484A"/>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rgbClr val="EC8B1F"/>
                </a:solidFill>
                <a:latin typeface="Arial"/>
                <a:cs typeface="Arial"/>
              </a:rPr>
              <a:t>www.rsginc.com</a:t>
            </a:r>
          </a:p>
          <a:p>
            <a:pPr algn="r" defTabSz="914608">
              <a:tabLst>
                <a:tab pos="4665639" algn="l"/>
              </a:tabLst>
            </a:pPr>
            <a:endParaRPr lang="en-US" sz="1400" spc="100" dirty="0">
              <a:solidFill>
                <a:srgbClr val="EC8B1F"/>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11" name="Picture 10" descr="A white letters on a black background&#10;&#10;Description automatically generated">
            <a:extLst>
              <a:ext uri="{FF2B5EF4-FFF2-40B4-BE49-F238E27FC236}">
                <a16:creationId xmlns:a16="http://schemas.microsoft.com/office/drawing/2014/main" id="{DAFA053A-1D58-3C1F-1A84-D92A454FED5A}"/>
              </a:ext>
            </a:extLst>
          </p:cNvPr>
          <p:cNvPicPr>
            <a:picLocks noChangeAspect="1"/>
          </p:cNvPicPr>
          <p:nvPr userDrawn="1"/>
        </p:nvPicPr>
        <p:blipFill>
          <a:blip r:embed="rId2"/>
          <a:stretch>
            <a:fillRect/>
          </a:stretch>
        </p:blipFill>
        <p:spPr>
          <a:xfrm>
            <a:off x="1607061" y="2705100"/>
            <a:ext cx="1610409" cy="414952"/>
          </a:xfrm>
          <a:prstGeom prst="rect">
            <a:avLst/>
          </a:prstGeom>
        </p:spPr>
      </p:pic>
    </p:spTree>
    <p:extLst>
      <p:ext uri="{BB962C8B-B14F-4D97-AF65-F5344CB8AC3E}">
        <p14:creationId xmlns:p14="http://schemas.microsoft.com/office/powerpoint/2010/main" val="33862595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B.End Page w/ Map">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rgbClr val="EC8B1F"/>
                </a:solidFill>
                <a:latin typeface="Arial"/>
                <a:cs typeface="Arial"/>
              </a:rPr>
              <a:t>www.rsginc.com</a:t>
            </a:r>
          </a:p>
          <a:p>
            <a:pPr algn="r" defTabSz="914608">
              <a:tabLst>
                <a:tab pos="4665639" algn="l"/>
              </a:tabLst>
            </a:pPr>
            <a:endParaRPr lang="en-US" sz="1400" spc="100" dirty="0">
              <a:solidFill>
                <a:srgbClr val="EC8B1F"/>
              </a:solidFill>
              <a:latin typeface="Arial"/>
              <a:cs typeface="Arial"/>
            </a:endParaRPr>
          </a:p>
        </p:txBody>
      </p:sp>
      <p:pic>
        <p:nvPicPr>
          <p:cNvPr id="5" name="Picture 4" descr="A white letters on a black background&#10;&#10;Description automatically generated">
            <a:extLst>
              <a:ext uri="{FF2B5EF4-FFF2-40B4-BE49-F238E27FC236}">
                <a16:creationId xmlns:a16="http://schemas.microsoft.com/office/drawing/2014/main" id="{85A0E99C-CF3A-0E2A-8C59-860E59F2CD57}"/>
              </a:ext>
            </a:extLst>
          </p:cNvPr>
          <p:cNvPicPr>
            <a:picLocks noChangeAspect="1"/>
          </p:cNvPicPr>
          <p:nvPr userDrawn="1"/>
        </p:nvPicPr>
        <p:blipFill>
          <a:blip r:embed="rId3"/>
          <a:stretch>
            <a:fillRect/>
          </a:stretch>
        </p:blipFill>
        <p:spPr>
          <a:xfrm>
            <a:off x="1607061" y="2705100"/>
            <a:ext cx="1610409" cy="414952"/>
          </a:xfrm>
          <a:prstGeom prst="rect">
            <a:avLst/>
          </a:prstGeom>
        </p:spPr>
      </p:pic>
    </p:spTree>
    <p:extLst>
      <p:ext uri="{BB962C8B-B14F-4D97-AF65-F5344CB8AC3E}">
        <p14:creationId xmlns:p14="http://schemas.microsoft.com/office/powerpoint/2010/main" val="4183056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Presentation Title</a:t>
            </a:r>
            <a:endParaRPr dirty="0"/>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dirty="0"/>
              <a:t>Click to add Presenter(s) name</a:t>
            </a:r>
          </a:p>
        </p:txBody>
      </p:sp>
      <p:pic>
        <p:nvPicPr>
          <p:cNvPr id="7" name="Picture 6" descr="A black and white logo&#10;&#10;Description automatically generated">
            <a:extLst>
              <a:ext uri="{FF2B5EF4-FFF2-40B4-BE49-F238E27FC236}">
                <a16:creationId xmlns:a16="http://schemas.microsoft.com/office/drawing/2014/main" id="{1A2D865F-4F62-EBAD-D6DE-BC5119C95777}"/>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3454906195"/>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2pt Basic Text Layou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2524B870-2723-ED1E-1185-6DE6B4621613}"/>
              </a:ext>
            </a:extLst>
          </p:cNvPr>
          <p:cNvSpPr>
            <a:spLocks noGrp="1"/>
          </p:cNvSpPr>
          <p:nvPr>
            <p:ph type="title" hasCustomPrompt="1"/>
          </p:nvPr>
        </p:nvSpPr>
        <p:spPr>
          <a:xfrm>
            <a:off x="838200" y="548958"/>
            <a:ext cx="10515600" cy="542521"/>
          </a:xfrm>
          <a:prstGeom prst="rect">
            <a:avLst/>
          </a:prstGeom>
        </p:spPr>
        <p:txBody>
          <a:bodyPr vert="horz" wrap="square" lIns="0" tIns="45720" rIns="0" bIns="45720" rtlCol="0" anchor="t">
            <a:spAutoFit/>
          </a:bodyPr>
          <a:lstStyle>
            <a:lvl1pPr>
              <a:lnSpc>
                <a:spcPct val="100000"/>
              </a:lnSpc>
              <a:defRPr>
                <a:solidFill>
                  <a:srgbClr val="48484A"/>
                </a:solidFill>
              </a:defRPr>
            </a:lvl1pPr>
          </a:lstStyle>
          <a:p>
            <a:r>
              <a:rPr lang="en-US"/>
              <a:t>Click to Add Slide Title</a:t>
            </a:r>
          </a:p>
        </p:txBody>
      </p:sp>
      <p:sp>
        <p:nvSpPr>
          <p:cNvPr id="2" name="Slide Number Placeholder 1">
            <a:extLst>
              <a:ext uri="{FF2B5EF4-FFF2-40B4-BE49-F238E27FC236}">
                <a16:creationId xmlns:a16="http://schemas.microsoft.com/office/drawing/2014/main" id="{25AD49AC-3F70-E415-0E42-F4A6FE435588}"/>
              </a:ext>
            </a:extLst>
          </p:cNvPr>
          <p:cNvSpPr>
            <a:spLocks noGrp="1"/>
          </p:cNvSpPr>
          <p:nvPr>
            <p:ph type="sldNum" sz="quarter" idx="12"/>
          </p:nvPr>
        </p:nvSpPr>
        <p:spPr/>
        <p:txBody>
          <a:bodyPr/>
          <a:lstStyle/>
          <a:p>
            <a:fld id="{F4510120-A876-4642-B753-556A5424CAF0}" type="slidenum">
              <a:rPr lang="en-US" smtClean="0"/>
              <a:pPr/>
              <a:t>‹#›</a:t>
            </a:fld>
            <a:endParaRPr lang="en-US" dirty="0"/>
          </a:p>
        </p:txBody>
      </p:sp>
      <p:sp>
        <p:nvSpPr>
          <p:cNvPr id="24" name="Text Placeholder 23">
            <a:extLst>
              <a:ext uri="{FF2B5EF4-FFF2-40B4-BE49-F238E27FC236}">
                <a16:creationId xmlns:a16="http://schemas.microsoft.com/office/drawing/2014/main" id="{AA8C93AB-A63E-92A4-8637-201917796B95}"/>
              </a:ext>
            </a:extLst>
          </p:cNvPr>
          <p:cNvSpPr>
            <a:spLocks noGrp="1"/>
          </p:cNvSpPr>
          <p:nvPr>
            <p:ph type="body" sz="quarter" idx="14"/>
          </p:nvPr>
        </p:nvSpPr>
        <p:spPr>
          <a:xfrm>
            <a:off x="838199" y="1600200"/>
            <a:ext cx="10529455" cy="281231"/>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p:txBody>
      </p:sp>
    </p:spTree>
    <p:extLst>
      <p:ext uri="{BB962C8B-B14F-4D97-AF65-F5344CB8AC3E}">
        <p14:creationId xmlns:p14="http://schemas.microsoft.com/office/powerpoint/2010/main" val="4212048942"/>
      </p:ext>
    </p:extLst>
  </p:cSld>
  <p:clrMapOvr>
    <a:masterClrMapping/>
  </p:clrMapOvr>
  <p:extLst>
    <p:ext uri="{DCECCB84-F9BA-43D5-87BE-67443E8EF086}">
      <p15:sldGuideLst xmlns:p15="http://schemas.microsoft.com/office/powerpoint/2012/main">
        <p15:guide id="1"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Presentation Title</a:t>
            </a:r>
            <a:endParaRPr dirty="0"/>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dirty="0"/>
              <a:t>Click to add Presenter(s) name</a:t>
            </a:r>
          </a:p>
        </p:txBody>
      </p:sp>
      <p:pic>
        <p:nvPicPr>
          <p:cNvPr id="2" name="Picture 1" descr="A black and white logo&#10;&#10;Description automatically generated">
            <a:extLst>
              <a:ext uri="{FF2B5EF4-FFF2-40B4-BE49-F238E27FC236}">
                <a16:creationId xmlns:a16="http://schemas.microsoft.com/office/drawing/2014/main" id="{95F1172E-9154-373E-3045-2C12E4BD00CE}"/>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122197433"/>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2. Divider Page">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280718"/>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tx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tx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Divider Title</a:t>
            </a:r>
            <a:endParaRPr dirty="0"/>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dirty="0"/>
              <a:t>Extra words in orange</a:t>
            </a:r>
          </a:p>
        </p:txBody>
      </p:sp>
    </p:spTree>
    <p:extLst>
      <p:ext uri="{BB962C8B-B14F-4D97-AF65-F5344CB8AC3E}">
        <p14:creationId xmlns:p14="http://schemas.microsoft.com/office/powerpoint/2010/main" val="4129241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3A. End P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chemeClr val="tx1"/>
                </a:solidFill>
                <a:latin typeface="Arial"/>
                <a:cs typeface="Arial"/>
              </a:rPr>
              <a:t>www.rsginc.com</a:t>
            </a:r>
          </a:p>
          <a:p>
            <a:pPr algn="r" defTabSz="914608">
              <a:tabLst>
                <a:tab pos="4665639" algn="l"/>
              </a:tabLst>
            </a:pPr>
            <a:endParaRPr lang="en-US" sz="1400" spc="100" dirty="0">
              <a:solidFill>
                <a:schemeClr val="bg2"/>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7" name="Picture 6" descr="A black and grey letter&#10;&#10;Description automatically generated">
            <a:extLst>
              <a:ext uri="{FF2B5EF4-FFF2-40B4-BE49-F238E27FC236}">
                <a16:creationId xmlns:a16="http://schemas.microsoft.com/office/drawing/2014/main" id="{D72F2BB5-675E-0A9B-4EB5-387A95F3D25B}"/>
              </a:ext>
            </a:extLst>
          </p:cNvPr>
          <p:cNvPicPr>
            <a:picLocks noChangeAspect="1"/>
          </p:cNvPicPr>
          <p:nvPr userDrawn="1"/>
        </p:nvPicPr>
        <p:blipFill>
          <a:blip r:embed="rId2"/>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1027289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3B.End Page w/ Ma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chemeClr val="tx1"/>
                </a:solidFill>
                <a:latin typeface="Arial"/>
                <a:cs typeface="Arial"/>
              </a:rPr>
              <a:t>www.rsginc.com</a:t>
            </a:r>
          </a:p>
          <a:p>
            <a:pPr algn="r" defTabSz="914608">
              <a:tabLst>
                <a:tab pos="4665639" algn="l"/>
              </a:tabLst>
            </a:pPr>
            <a:endParaRPr lang="en-US" sz="1400" spc="100" dirty="0">
              <a:solidFill>
                <a:schemeClr val="bg2"/>
              </a:solidFill>
              <a:latin typeface="Arial"/>
              <a:cs typeface="Arial"/>
            </a:endParaRPr>
          </a:p>
        </p:txBody>
      </p:sp>
      <p:pic>
        <p:nvPicPr>
          <p:cNvPr id="3" name="Picture 2" descr="A black and grey letter&#10;&#10;Description automatically generated">
            <a:extLst>
              <a:ext uri="{FF2B5EF4-FFF2-40B4-BE49-F238E27FC236}">
                <a16:creationId xmlns:a16="http://schemas.microsoft.com/office/drawing/2014/main" id="{03B609C9-6BC4-DAD1-14A9-38D178E303C0}"/>
              </a:ext>
            </a:extLst>
          </p:cNvPr>
          <p:cNvPicPr>
            <a:picLocks noChangeAspect="1"/>
          </p:cNvPicPr>
          <p:nvPr userDrawn="1"/>
        </p:nvPicPr>
        <p:blipFill>
          <a:blip r:embed="rId3"/>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436168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Presentation Title</a:t>
            </a:r>
            <a:endParaRPr dirty="0"/>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dirty="0"/>
              <a:t>Click to add Presenter(s) name</a:t>
            </a:r>
          </a:p>
        </p:txBody>
      </p:sp>
      <p:pic>
        <p:nvPicPr>
          <p:cNvPr id="2" name="Picture 1" descr="A black and white logo&#10;&#10;Description automatically generated">
            <a:extLst>
              <a:ext uri="{FF2B5EF4-FFF2-40B4-BE49-F238E27FC236}">
                <a16:creationId xmlns:a16="http://schemas.microsoft.com/office/drawing/2014/main" id="{583DA472-6015-552F-E7D7-6652E8709E37}"/>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249511424"/>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02. Divider Page">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280718"/>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tx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tx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Divider Title</a:t>
            </a:r>
            <a:endParaRPr dirty="0"/>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dirty="0"/>
              <a:t>Extra words in orange</a:t>
            </a:r>
          </a:p>
        </p:txBody>
      </p:sp>
    </p:spTree>
    <p:extLst>
      <p:ext uri="{BB962C8B-B14F-4D97-AF65-F5344CB8AC3E}">
        <p14:creationId xmlns:p14="http://schemas.microsoft.com/office/powerpoint/2010/main" val="9927881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3A. End P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chemeClr val="tx1"/>
                </a:solidFill>
                <a:latin typeface="Arial"/>
                <a:cs typeface="Arial"/>
              </a:rPr>
              <a:t>www.rsginc.com</a:t>
            </a:r>
          </a:p>
          <a:p>
            <a:pPr algn="r" defTabSz="914608">
              <a:tabLst>
                <a:tab pos="4665639" algn="l"/>
              </a:tabLst>
            </a:pPr>
            <a:endParaRPr lang="en-US" sz="1400" spc="100" dirty="0">
              <a:solidFill>
                <a:schemeClr val="bg2"/>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2" name="Picture 1" descr="A black and grey letter&#10;&#10;Description automatically generated">
            <a:extLst>
              <a:ext uri="{FF2B5EF4-FFF2-40B4-BE49-F238E27FC236}">
                <a16:creationId xmlns:a16="http://schemas.microsoft.com/office/drawing/2014/main" id="{5D168087-3193-5897-638F-96262D01115B}"/>
              </a:ext>
            </a:extLst>
          </p:cNvPr>
          <p:cNvPicPr>
            <a:picLocks noChangeAspect="1"/>
          </p:cNvPicPr>
          <p:nvPr userDrawn="1"/>
        </p:nvPicPr>
        <p:blipFill>
          <a:blip r:embed="rId2"/>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32482166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3B.End Page w/ Ma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chemeClr val="tx1"/>
                </a:solidFill>
                <a:latin typeface="Arial"/>
                <a:cs typeface="Arial"/>
              </a:rPr>
              <a:t>www.rsginc.com</a:t>
            </a:r>
          </a:p>
          <a:p>
            <a:pPr algn="r" defTabSz="914608">
              <a:tabLst>
                <a:tab pos="4665639" algn="l"/>
              </a:tabLst>
            </a:pPr>
            <a:endParaRPr lang="en-US" sz="1400" spc="100" dirty="0">
              <a:solidFill>
                <a:schemeClr val="bg2"/>
              </a:solidFill>
              <a:latin typeface="Arial"/>
              <a:cs typeface="Arial"/>
            </a:endParaRPr>
          </a:p>
        </p:txBody>
      </p:sp>
      <p:pic>
        <p:nvPicPr>
          <p:cNvPr id="3" name="Picture 2" descr="A black and grey letter&#10;&#10;Description automatically generated">
            <a:extLst>
              <a:ext uri="{FF2B5EF4-FFF2-40B4-BE49-F238E27FC236}">
                <a16:creationId xmlns:a16="http://schemas.microsoft.com/office/drawing/2014/main" id="{E1E755A4-B1A7-FE0C-6628-C8880BE58AEE}"/>
              </a:ext>
            </a:extLst>
          </p:cNvPr>
          <p:cNvPicPr>
            <a:picLocks noChangeAspect="1"/>
          </p:cNvPicPr>
          <p:nvPr userDrawn="1"/>
        </p:nvPicPr>
        <p:blipFill>
          <a:blip r:embed="rId3"/>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448832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1.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8E56B88-6B80-DAA7-0E19-DF822ECA59B0}"/>
              </a:ext>
            </a:extLst>
          </p:cNvPr>
          <p:cNvGrpSpPr/>
          <p:nvPr userDrawn="1"/>
        </p:nvGrpSpPr>
        <p:grpSpPr>
          <a:xfrm>
            <a:off x="3046648" y="1600200"/>
            <a:ext cx="9145352" cy="5257800"/>
            <a:chOff x="1377056" y="652144"/>
            <a:chExt cx="13180133" cy="7577456"/>
          </a:xfrm>
        </p:grpSpPr>
        <p:sp>
          <p:nvSpPr>
            <p:cNvPr id="9" name="Triangle 8">
              <a:extLst>
                <a:ext uri="{FF2B5EF4-FFF2-40B4-BE49-F238E27FC236}">
                  <a16:creationId xmlns:a16="http://schemas.microsoft.com/office/drawing/2014/main" id="{B3F66F09-50ED-A31C-D8C9-DBB9A7C82210}"/>
                </a:ext>
              </a:extLst>
            </p:cNvPr>
            <p:cNvSpPr/>
            <p:nvPr userDrawn="1"/>
          </p:nvSpPr>
          <p:spPr>
            <a:xfrm>
              <a:off x="6288365" y="3057984"/>
              <a:ext cx="8268824" cy="5171616"/>
            </a:xfrm>
            <a:prstGeom prst="triangle">
              <a:avLst/>
            </a:prstGeom>
            <a:solidFill>
              <a:srgbClr val="EC8B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10" name="Triangle 9">
              <a:extLst>
                <a:ext uri="{FF2B5EF4-FFF2-40B4-BE49-F238E27FC236}">
                  <a16:creationId xmlns:a16="http://schemas.microsoft.com/office/drawing/2014/main" id="{F39004B4-B9D9-63A1-8F3C-CCF0D6CF64D2}"/>
                </a:ext>
              </a:extLst>
            </p:cNvPr>
            <p:cNvSpPr/>
            <p:nvPr userDrawn="1"/>
          </p:nvSpPr>
          <p:spPr>
            <a:xfrm>
              <a:off x="1377056" y="652144"/>
              <a:ext cx="10564658" cy="6607513"/>
            </a:xfrm>
            <a:prstGeom prst="triangle">
              <a:avLst/>
            </a:prstGeom>
            <a:gradFill>
              <a:gsLst>
                <a:gs pos="0">
                  <a:srgbClr val="DCDDDE"/>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grpSp>
      <p:sp>
        <p:nvSpPr>
          <p:cNvPr id="19" name="Google Shape;30;p7">
            <a:extLst>
              <a:ext uri="{FF2B5EF4-FFF2-40B4-BE49-F238E27FC236}">
                <a16:creationId xmlns:a16="http://schemas.microsoft.com/office/drawing/2014/main" id="{577E4104-8623-D41E-7340-B16961659A66}"/>
              </a:ext>
            </a:extLst>
          </p:cNvPr>
          <p:cNvSpPr txBox="1">
            <a:spLocks noGrp="1"/>
          </p:cNvSpPr>
          <p:nvPr>
            <p:ph type="subTitle" idx="1" hasCustomPrompt="1"/>
          </p:nvPr>
        </p:nvSpPr>
        <p:spPr>
          <a:xfrm>
            <a:off x="838200" y="2971800"/>
            <a:ext cx="4625341" cy="282129"/>
          </a:xfrm>
          <a:prstGeom prst="rect">
            <a:avLst/>
          </a:prstGeom>
        </p:spPr>
        <p:txBody>
          <a:bodyPr spcFirstLastPara="1" wrap="square" lIns="0" tIns="0" rIns="0" bIns="0" anchor="t" anchorCtr="0">
            <a:spAutoFit/>
          </a:bodyPr>
          <a:lstStyle>
            <a:lvl1pPr marL="0" lvl="0" rtl="0">
              <a:lnSpc>
                <a:spcPts val="2200"/>
              </a:lnSpc>
              <a:spcBef>
                <a:spcPts val="0"/>
              </a:spcBef>
              <a:spcAft>
                <a:spcPts val="0"/>
              </a:spcAft>
              <a:buNone/>
              <a:defRPr sz="2000" b="0">
                <a:solidFill>
                  <a:srgbClr val="EC8B1F"/>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20" name="Google Shape;31;p7">
            <a:extLst>
              <a:ext uri="{FF2B5EF4-FFF2-40B4-BE49-F238E27FC236}">
                <a16:creationId xmlns:a16="http://schemas.microsoft.com/office/drawing/2014/main" id="{12B30F7A-84E5-82C7-9714-77E85F9A356B}"/>
              </a:ext>
            </a:extLst>
          </p:cNvPr>
          <p:cNvSpPr txBox="1">
            <a:spLocks noGrp="1"/>
          </p:cNvSpPr>
          <p:nvPr>
            <p:ph type="title" hasCustomPrompt="1"/>
          </p:nvPr>
        </p:nvSpPr>
        <p:spPr>
          <a:xfrm>
            <a:off x="838200" y="1496477"/>
            <a:ext cx="5539741" cy="1231106"/>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rgbClr val="48484A"/>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Presentation Title</a:t>
            </a:r>
            <a:endParaRPr dirty="0"/>
          </a:p>
        </p:txBody>
      </p:sp>
      <p:sp>
        <p:nvSpPr>
          <p:cNvPr id="32" name="Text Placeholder 31">
            <a:extLst>
              <a:ext uri="{FF2B5EF4-FFF2-40B4-BE49-F238E27FC236}">
                <a16:creationId xmlns:a16="http://schemas.microsoft.com/office/drawing/2014/main" id="{9AE6FECA-3A9C-2115-ABC5-00727934BABA}"/>
              </a:ext>
            </a:extLst>
          </p:cNvPr>
          <p:cNvSpPr>
            <a:spLocks noGrp="1"/>
          </p:cNvSpPr>
          <p:nvPr>
            <p:ph type="body" sz="quarter" idx="10" hasCustomPrompt="1"/>
          </p:nvPr>
        </p:nvSpPr>
        <p:spPr>
          <a:xfrm>
            <a:off x="838200" y="5609685"/>
            <a:ext cx="2843212" cy="265493"/>
          </a:xfrm>
          <a:prstGeom prst="rect">
            <a:avLst/>
          </a:prstGeom>
        </p:spPr>
        <p:txBody>
          <a:bodyPr/>
          <a:lstStyle>
            <a:lvl1pPr marL="0" indent="0">
              <a:buFontTx/>
              <a:buNone/>
              <a:defRPr sz="1200">
                <a:solidFill>
                  <a:srgbClr val="EC8B1F"/>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en-US" dirty="0"/>
              <a:t>Click to edit date</a:t>
            </a:r>
          </a:p>
        </p:txBody>
      </p:sp>
      <p:sp>
        <p:nvSpPr>
          <p:cNvPr id="34" name="Text Placeholder 33">
            <a:extLst>
              <a:ext uri="{FF2B5EF4-FFF2-40B4-BE49-F238E27FC236}">
                <a16:creationId xmlns:a16="http://schemas.microsoft.com/office/drawing/2014/main" id="{E0A3B46D-C2AA-90CB-1BB3-D959C213E6F8}"/>
              </a:ext>
            </a:extLst>
          </p:cNvPr>
          <p:cNvSpPr>
            <a:spLocks noGrp="1"/>
          </p:cNvSpPr>
          <p:nvPr>
            <p:ph type="body" sz="quarter" idx="11" hasCustomPrompt="1"/>
          </p:nvPr>
        </p:nvSpPr>
        <p:spPr>
          <a:xfrm>
            <a:off x="841375" y="5870258"/>
            <a:ext cx="2879725" cy="265365"/>
          </a:xfrm>
        </p:spPr>
        <p:txBody>
          <a:bodyPr/>
          <a:lstStyle/>
          <a:p>
            <a:pPr lvl="0"/>
            <a:r>
              <a:rPr lang="en-US" dirty="0"/>
              <a:t>Click to add Presenter(s) name</a:t>
            </a:r>
          </a:p>
        </p:txBody>
      </p:sp>
      <p:pic>
        <p:nvPicPr>
          <p:cNvPr id="2" name="Picture 1" descr="A black and white logo&#10;&#10;Description automatically generated">
            <a:extLst>
              <a:ext uri="{FF2B5EF4-FFF2-40B4-BE49-F238E27FC236}">
                <a16:creationId xmlns:a16="http://schemas.microsoft.com/office/drawing/2014/main" id="{EF86E66C-0A8A-952A-D6CC-D1268D6BE159}"/>
              </a:ext>
            </a:extLst>
          </p:cNvPr>
          <p:cNvPicPr>
            <a:picLocks noChangeAspect="1"/>
          </p:cNvPicPr>
          <p:nvPr userDrawn="1"/>
        </p:nvPicPr>
        <p:blipFill>
          <a:blip r:embed="rId2"/>
          <a:stretch>
            <a:fillRect/>
          </a:stretch>
        </p:blipFill>
        <p:spPr>
          <a:xfrm>
            <a:off x="9754171" y="3269550"/>
            <a:ext cx="1679878" cy="471394"/>
          </a:xfrm>
          <a:prstGeom prst="rect">
            <a:avLst/>
          </a:prstGeom>
        </p:spPr>
      </p:pic>
    </p:spTree>
    <p:extLst>
      <p:ext uri="{BB962C8B-B14F-4D97-AF65-F5344CB8AC3E}">
        <p14:creationId xmlns:p14="http://schemas.microsoft.com/office/powerpoint/2010/main" val="2225570817"/>
      </p:ext>
    </p:extLst>
  </p:cSld>
  <p:clrMapOvr>
    <a:masterClrMapping/>
  </p:clrMapOvr>
  <p:extLst>
    <p:ext uri="{DCECCB84-F9BA-43D5-87BE-67443E8EF086}">
      <p15:sldGuideLst xmlns:p15="http://schemas.microsoft.com/office/powerpoint/2012/main">
        <p15:guide id="1" orient="horz" pos="2160">
          <p15:clr>
            <a:srgbClr val="F26B43"/>
          </p15:clr>
        </p15:guide>
        <p15:guide id="2" pos="3840">
          <p15:clr>
            <a:srgbClr val="F26B43"/>
          </p15:clr>
        </p15:guide>
        <p15:guide id="3" pos="528">
          <p15:clr>
            <a:srgbClr val="A4A3A4"/>
          </p15:clr>
        </p15:guide>
        <p15:guide id="4" pos="7152">
          <p15:clr>
            <a:srgbClr val="A4A3A4"/>
          </p15:clr>
        </p15:guide>
        <p15:guide id="5" orient="horz" pos="408">
          <p15:clr>
            <a:srgbClr val="A4A3A4"/>
          </p15:clr>
        </p15:guide>
        <p15:guide id="6" orient="horz" pos="696">
          <p15:clr>
            <a:srgbClr val="5ACBF0"/>
          </p15:clr>
        </p15:guide>
        <p15:guide id="7" orient="horz" pos="1008">
          <p15:clr>
            <a:srgbClr val="5ACBF0"/>
          </p15:clr>
        </p15:guide>
        <p15:guide id="8" orient="horz" pos="1296">
          <p15:clr>
            <a:srgbClr val="5ACBF0"/>
          </p15:clr>
        </p15:guide>
        <p15:guide id="9" orient="horz" pos="1584">
          <p15:clr>
            <a:srgbClr val="5ACBF0"/>
          </p15:clr>
        </p15:guide>
        <p15:guide id="10" orient="horz" pos="1872">
          <p15:clr>
            <a:srgbClr val="5ACBF0"/>
          </p15:clr>
        </p15:guide>
        <p15:guide id="11" orient="horz" pos="2448">
          <p15:clr>
            <a:srgbClr val="5ACBF0"/>
          </p15:clr>
        </p15:guide>
        <p15:guide id="12" orient="horz" pos="2736">
          <p15:clr>
            <a:srgbClr val="5ACBF0"/>
          </p15:clr>
        </p15:guide>
        <p15:guide id="13" orient="horz" pos="3024">
          <p15:clr>
            <a:srgbClr val="5ACBF0"/>
          </p15:clr>
        </p15:guide>
        <p15:guide id="14" orient="horz" pos="3312">
          <p15:clr>
            <a:srgbClr val="5ACBF0"/>
          </p15:clr>
        </p15:guide>
        <p15:guide id="15" orient="horz" pos="3600">
          <p15:clr>
            <a:srgbClr val="5ACBF0"/>
          </p15:clr>
        </p15:guide>
        <p15:guide id="16" orient="horz" pos="388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2. Divider Page">
    <p:spTree>
      <p:nvGrpSpPr>
        <p:cNvPr id="1" name=""/>
        <p:cNvGrpSpPr/>
        <p:nvPr/>
      </p:nvGrpSpPr>
      <p:grpSpPr>
        <a:xfrm>
          <a:off x="0" y="0"/>
          <a:ext cx="0" cy="0"/>
          <a:chOff x="0" y="0"/>
          <a:chExt cx="0" cy="0"/>
        </a:xfrm>
      </p:grpSpPr>
      <p:sp>
        <p:nvSpPr>
          <p:cNvPr id="2" name="Google Shape;30;p7">
            <a:extLst>
              <a:ext uri="{FF2B5EF4-FFF2-40B4-BE49-F238E27FC236}">
                <a16:creationId xmlns:a16="http://schemas.microsoft.com/office/drawing/2014/main" id="{89FDE02A-D6A0-3A29-BE99-0EE5682B1B53}"/>
              </a:ext>
            </a:extLst>
          </p:cNvPr>
          <p:cNvSpPr txBox="1">
            <a:spLocks noGrp="1"/>
          </p:cNvSpPr>
          <p:nvPr>
            <p:ph type="subTitle" idx="1" hasCustomPrompt="1"/>
          </p:nvPr>
        </p:nvSpPr>
        <p:spPr>
          <a:xfrm>
            <a:off x="848945" y="615043"/>
            <a:ext cx="10504855" cy="280718"/>
          </a:xfrm>
          <a:prstGeom prst="rect">
            <a:avLst/>
          </a:prstGeom>
        </p:spPr>
        <p:txBody>
          <a:bodyPr spcFirstLastPara="1" wrap="square" lIns="0" tIns="0" rIns="0" bIns="0" anchor="t" anchorCtr="0">
            <a:spAutoFit/>
          </a:bodyPr>
          <a:lstStyle>
            <a:lvl1pPr marL="0" lvl="0" rtl="0">
              <a:spcBef>
                <a:spcPts val="0"/>
              </a:spcBef>
              <a:spcAft>
                <a:spcPts val="0"/>
              </a:spcAft>
              <a:buNone/>
              <a:defRPr sz="1600" b="1">
                <a:solidFill>
                  <a:schemeClr val="tx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dirty="0"/>
              <a:t>Click to add Presentation Subtitle</a:t>
            </a:r>
            <a:endParaRPr dirty="0"/>
          </a:p>
        </p:txBody>
      </p:sp>
      <p:sp>
        <p:nvSpPr>
          <p:cNvPr id="6" name="Google Shape;31;p7">
            <a:extLst>
              <a:ext uri="{FF2B5EF4-FFF2-40B4-BE49-F238E27FC236}">
                <a16:creationId xmlns:a16="http://schemas.microsoft.com/office/drawing/2014/main" id="{3DED59F3-510F-CAB1-23F4-10B567AEC2CC}"/>
              </a:ext>
            </a:extLst>
          </p:cNvPr>
          <p:cNvSpPr txBox="1">
            <a:spLocks noGrp="1"/>
          </p:cNvSpPr>
          <p:nvPr>
            <p:ph type="title" hasCustomPrompt="1"/>
          </p:nvPr>
        </p:nvSpPr>
        <p:spPr>
          <a:xfrm>
            <a:off x="848945" y="2721481"/>
            <a:ext cx="6567132" cy="615553"/>
          </a:xfrm>
          <a:prstGeom prst="rect">
            <a:avLst/>
          </a:prstGeom>
        </p:spPr>
        <p:txBody>
          <a:bodyPr spcFirstLastPara="1" wrap="square" lIns="0" tIns="0" rIns="0" bIns="0" anchor="t" anchorCtr="0">
            <a:spAutoFit/>
          </a:bodyPr>
          <a:lstStyle>
            <a:lvl1pPr lvl="0" rtl="0">
              <a:lnSpc>
                <a:spcPct val="100000"/>
              </a:lnSpc>
              <a:spcBef>
                <a:spcPts val="0"/>
              </a:spcBef>
              <a:spcAft>
                <a:spcPts val="0"/>
              </a:spcAft>
              <a:buNone/>
              <a:defRPr sz="4000" b="1">
                <a:solidFill>
                  <a:schemeClr val="tx1"/>
                </a:solidFill>
              </a:defRPr>
            </a:lvl1pPr>
            <a:lvl2pPr lvl="1" rtl="0">
              <a:spcBef>
                <a:spcPts val="0"/>
              </a:spcBef>
              <a:spcAft>
                <a:spcPts val="0"/>
              </a:spcAft>
              <a:buNone/>
              <a:defRPr sz="6000">
                <a:solidFill>
                  <a:srgbClr val="FFFFFF"/>
                </a:solidFill>
              </a:defRPr>
            </a:lvl2pPr>
            <a:lvl3pPr lvl="2" rtl="0">
              <a:spcBef>
                <a:spcPts val="0"/>
              </a:spcBef>
              <a:spcAft>
                <a:spcPts val="0"/>
              </a:spcAft>
              <a:buNone/>
              <a:defRPr sz="6000">
                <a:solidFill>
                  <a:srgbClr val="FFFFFF"/>
                </a:solidFill>
              </a:defRPr>
            </a:lvl3pPr>
            <a:lvl4pPr lvl="3" rtl="0">
              <a:spcBef>
                <a:spcPts val="0"/>
              </a:spcBef>
              <a:spcAft>
                <a:spcPts val="0"/>
              </a:spcAft>
              <a:buNone/>
              <a:defRPr sz="6000">
                <a:solidFill>
                  <a:srgbClr val="FFFFFF"/>
                </a:solidFill>
              </a:defRPr>
            </a:lvl4pPr>
            <a:lvl5pPr lvl="4" rtl="0">
              <a:spcBef>
                <a:spcPts val="0"/>
              </a:spcBef>
              <a:spcAft>
                <a:spcPts val="0"/>
              </a:spcAft>
              <a:buNone/>
              <a:defRPr sz="6000">
                <a:solidFill>
                  <a:srgbClr val="FFFFFF"/>
                </a:solidFill>
              </a:defRPr>
            </a:lvl5pPr>
            <a:lvl6pPr lvl="5" rtl="0">
              <a:spcBef>
                <a:spcPts val="0"/>
              </a:spcBef>
              <a:spcAft>
                <a:spcPts val="0"/>
              </a:spcAft>
              <a:buNone/>
              <a:defRPr sz="6000">
                <a:solidFill>
                  <a:srgbClr val="FFFFFF"/>
                </a:solidFill>
              </a:defRPr>
            </a:lvl6pPr>
            <a:lvl7pPr lvl="6" rtl="0">
              <a:spcBef>
                <a:spcPts val="0"/>
              </a:spcBef>
              <a:spcAft>
                <a:spcPts val="0"/>
              </a:spcAft>
              <a:buNone/>
              <a:defRPr sz="6000">
                <a:solidFill>
                  <a:srgbClr val="FFFFFF"/>
                </a:solidFill>
              </a:defRPr>
            </a:lvl7pPr>
            <a:lvl8pPr lvl="7" rtl="0">
              <a:spcBef>
                <a:spcPts val="0"/>
              </a:spcBef>
              <a:spcAft>
                <a:spcPts val="0"/>
              </a:spcAft>
              <a:buNone/>
              <a:defRPr sz="6000">
                <a:solidFill>
                  <a:srgbClr val="FFFFFF"/>
                </a:solidFill>
              </a:defRPr>
            </a:lvl8pPr>
            <a:lvl9pPr lvl="8" rtl="0">
              <a:spcBef>
                <a:spcPts val="0"/>
              </a:spcBef>
              <a:spcAft>
                <a:spcPts val="0"/>
              </a:spcAft>
              <a:buNone/>
              <a:defRPr sz="6000">
                <a:solidFill>
                  <a:srgbClr val="FFFFFF"/>
                </a:solidFill>
              </a:defRPr>
            </a:lvl9pPr>
          </a:lstStyle>
          <a:p>
            <a:r>
              <a:rPr lang="en-US" dirty="0"/>
              <a:t>Click To Add Divider Title</a:t>
            </a:r>
            <a:endParaRPr dirty="0"/>
          </a:p>
        </p:txBody>
      </p:sp>
      <p:grpSp>
        <p:nvGrpSpPr>
          <p:cNvPr id="7" name="Group 6">
            <a:extLst>
              <a:ext uri="{FF2B5EF4-FFF2-40B4-BE49-F238E27FC236}">
                <a16:creationId xmlns:a16="http://schemas.microsoft.com/office/drawing/2014/main" id="{F8254623-BA01-61E0-003D-49868B779335}"/>
              </a:ext>
            </a:extLst>
          </p:cNvPr>
          <p:cNvGrpSpPr/>
          <p:nvPr userDrawn="1"/>
        </p:nvGrpSpPr>
        <p:grpSpPr>
          <a:xfrm>
            <a:off x="6253224" y="1600200"/>
            <a:ext cx="6720306" cy="3838022"/>
            <a:chOff x="1362414" y="652144"/>
            <a:chExt cx="13267986" cy="7577456"/>
          </a:xfrm>
        </p:grpSpPr>
        <p:sp>
          <p:nvSpPr>
            <p:cNvPr id="11" name="Triangle 10">
              <a:extLst>
                <a:ext uri="{FF2B5EF4-FFF2-40B4-BE49-F238E27FC236}">
                  <a16:creationId xmlns:a16="http://schemas.microsoft.com/office/drawing/2014/main" id="{994AF9FC-349E-9E6D-BF8C-A1F8D11555DE}"/>
                </a:ext>
              </a:extLst>
            </p:cNvPr>
            <p:cNvSpPr/>
            <p:nvPr/>
          </p:nvSpPr>
          <p:spPr>
            <a:xfrm>
              <a:off x="6361577" y="3057984"/>
              <a:ext cx="8268823" cy="5171616"/>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9804A06A-4E42-B4D9-936A-D6B66B8F2FE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Text Placeholder 6">
            <a:extLst>
              <a:ext uri="{FF2B5EF4-FFF2-40B4-BE49-F238E27FC236}">
                <a16:creationId xmlns:a16="http://schemas.microsoft.com/office/drawing/2014/main" id="{2F6B3013-D4C0-AE6A-0BCF-3C09BD5D0CEB}"/>
              </a:ext>
            </a:extLst>
          </p:cNvPr>
          <p:cNvSpPr>
            <a:spLocks noGrp="1"/>
          </p:cNvSpPr>
          <p:nvPr>
            <p:ph type="body" sz="quarter" idx="10" hasCustomPrompt="1"/>
          </p:nvPr>
        </p:nvSpPr>
        <p:spPr>
          <a:xfrm>
            <a:off x="848945" y="3342443"/>
            <a:ext cx="5480735" cy="430887"/>
          </a:xfrm>
          <a:prstGeom prst="rect">
            <a:avLst/>
          </a:prstGeom>
        </p:spPr>
        <p:txBody>
          <a:bodyPr lIns="0">
            <a:noAutofit/>
          </a:bodyPr>
          <a:lstStyle>
            <a:lvl1pPr marL="0" indent="0">
              <a:lnSpc>
                <a:spcPct val="100000"/>
              </a:lnSpc>
              <a:buNone/>
              <a:defRPr sz="2000" b="1">
                <a:solidFill>
                  <a:srgbClr val="EC8B1F"/>
                </a:solidFill>
              </a:defRPr>
            </a:lvl1pPr>
            <a:lvl2pPr marL="457200" indent="0">
              <a:buNone/>
              <a:defRPr sz="2400">
                <a:solidFill>
                  <a:schemeClr val="tx2"/>
                </a:solidFill>
              </a:defRPr>
            </a:lvl2pPr>
            <a:lvl3pPr marL="914400" indent="0">
              <a:buNone/>
              <a:defRPr sz="2400">
                <a:solidFill>
                  <a:schemeClr val="bg1">
                    <a:lumMod val="50000"/>
                  </a:schemeClr>
                </a:solidFill>
              </a:defRPr>
            </a:lvl3pPr>
            <a:lvl4pPr marL="1371600" indent="0">
              <a:buNone/>
              <a:defRPr sz="2400">
                <a:solidFill>
                  <a:schemeClr val="bg1">
                    <a:lumMod val="50000"/>
                  </a:schemeClr>
                </a:solidFill>
              </a:defRPr>
            </a:lvl4pPr>
            <a:lvl5pPr marL="1828800" indent="0">
              <a:buNone/>
              <a:defRPr sz="2400">
                <a:solidFill>
                  <a:schemeClr val="bg1">
                    <a:lumMod val="50000"/>
                  </a:schemeClr>
                </a:solidFill>
              </a:defRPr>
            </a:lvl5pPr>
          </a:lstStyle>
          <a:p>
            <a:pPr lvl="0"/>
            <a:r>
              <a:rPr lang="en-US" dirty="0"/>
              <a:t>Extra words in orange</a:t>
            </a:r>
          </a:p>
        </p:txBody>
      </p:sp>
    </p:spTree>
    <p:extLst>
      <p:ext uri="{BB962C8B-B14F-4D97-AF65-F5344CB8AC3E}">
        <p14:creationId xmlns:p14="http://schemas.microsoft.com/office/powerpoint/2010/main" val="42851521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A. End P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87ABE0F-3EC4-BAF7-5219-47D9B2C2F9E8}"/>
              </a:ext>
            </a:extLst>
          </p:cNvPr>
          <p:cNvGrpSpPr/>
          <p:nvPr userDrawn="1"/>
        </p:nvGrpSpPr>
        <p:grpSpPr>
          <a:xfrm>
            <a:off x="-267417" y="593203"/>
            <a:ext cx="7066773" cy="4279738"/>
            <a:chOff x="1362414" y="652144"/>
            <a:chExt cx="13987358" cy="8470942"/>
          </a:xfrm>
        </p:grpSpPr>
        <p:sp>
          <p:nvSpPr>
            <p:cNvPr id="4" name="Triangle 3">
              <a:extLst>
                <a:ext uri="{FF2B5EF4-FFF2-40B4-BE49-F238E27FC236}">
                  <a16:creationId xmlns:a16="http://schemas.microsoft.com/office/drawing/2014/main" id="{D70833C1-11DF-CF1D-A7E1-0FC52DF36F26}"/>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riangle 4">
              <a:extLst>
                <a:ext uri="{FF2B5EF4-FFF2-40B4-BE49-F238E27FC236}">
                  <a16:creationId xmlns:a16="http://schemas.microsoft.com/office/drawing/2014/main" id="{D5A60280-C4B8-2C85-3213-5AD64531C911}"/>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Text Placeholder 15">
            <a:extLst>
              <a:ext uri="{FF2B5EF4-FFF2-40B4-BE49-F238E27FC236}">
                <a16:creationId xmlns:a16="http://schemas.microsoft.com/office/drawing/2014/main" id="{EAF16024-2620-46E0-D61E-ADF06DCEC4F3}"/>
              </a:ext>
            </a:extLst>
          </p:cNvPr>
          <p:cNvSpPr>
            <a:spLocks noGrp="1"/>
          </p:cNvSpPr>
          <p:nvPr>
            <p:ph type="body" sz="quarter" idx="11" hasCustomPrompt="1"/>
          </p:nvPr>
        </p:nvSpPr>
        <p:spPr>
          <a:xfrm>
            <a:off x="6335211" y="3210507"/>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9" name="Text Placeholder 17">
            <a:extLst>
              <a:ext uri="{FF2B5EF4-FFF2-40B4-BE49-F238E27FC236}">
                <a16:creationId xmlns:a16="http://schemas.microsoft.com/office/drawing/2014/main" id="{89DFCF12-2CFE-396B-C01A-FFB96A8533FE}"/>
              </a:ext>
            </a:extLst>
          </p:cNvPr>
          <p:cNvSpPr>
            <a:spLocks noGrp="1"/>
          </p:cNvSpPr>
          <p:nvPr>
            <p:ph type="body" sz="quarter" idx="12" hasCustomPrompt="1"/>
          </p:nvPr>
        </p:nvSpPr>
        <p:spPr>
          <a:xfrm>
            <a:off x="6335211" y="3438365"/>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0" name="Text Placeholder 19">
            <a:extLst>
              <a:ext uri="{FF2B5EF4-FFF2-40B4-BE49-F238E27FC236}">
                <a16:creationId xmlns:a16="http://schemas.microsoft.com/office/drawing/2014/main" id="{36EF4F08-94C6-C20F-0BEA-81FA1846B72C}"/>
              </a:ext>
            </a:extLst>
          </p:cNvPr>
          <p:cNvSpPr>
            <a:spLocks noGrp="1"/>
          </p:cNvSpPr>
          <p:nvPr>
            <p:ph type="body" sz="quarter" idx="13" hasCustomPrompt="1"/>
          </p:nvPr>
        </p:nvSpPr>
        <p:spPr>
          <a:xfrm>
            <a:off x="6335211" y="3745911"/>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4" name="TextBox 13">
            <a:extLst>
              <a:ext uri="{FF2B5EF4-FFF2-40B4-BE49-F238E27FC236}">
                <a16:creationId xmlns:a16="http://schemas.microsoft.com/office/drawing/2014/main" id="{ED8E1F26-C77E-2E37-1606-3B6D26A17348}"/>
              </a:ext>
            </a:extLst>
          </p:cNvPr>
          <p:cNvSpPr txBox="1"/>
          <p:nvPr userDrawn="1"/>
        </p:nvSpPr>
        <p:spPr>
          <a:xfrm>
            <a:off x="6312061" y="1292423"/>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15" name="Text Placeholder 15">
            <a:extLst>
              <a:ext uri="{FF2B5EF4-FFF2-40B4-BE49-F238E27FC236}">
                <a16:creationId xmlns:a16="http://schemas.microsoft.com/office/drawing/2014/main" id="{6F7D3064-CAB4-F58B-6A52-180E71253313}"/>
              </a:ext>
            </a:extLst>
          </p:cNvPr>
          <p:cNvSpPr>
            <a:spLocks noGrp="1"/>
          </p:cNvSpPr>
          <p:nvPr>
            <p:ph type="body" sz="quarter" idx="14" hasCustomPrompt="1"/>
          </p:nvPr>
        </p:nvSpPr>
        <p:spPr>
          <a:xfrm>
            <a:off x="6335211" y="4613809"/>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6" name="Text Placeholder 17">
            <a:extLst>
              <a:ext uri="{FF2B5EF4-FFF2-40B4-BE49-F238E27FC236}">
                <a16:creationId xmlns:a16="http://schemas.microsoft.com/office/drawing/2014/main" id="{4BFF0F5D-3D19-C07A-558E-C94780083627}"/>
              </a:ext>
            </a:extLst>
          </p:cNvPr>
          <p:cNvSpPr>
            <a:spLocks noGrp="1"/>
          </p:cNvSpPr>
          <p:nvPr>
            <p:ph type="body" sz="quarter" idx="15" hasCustomPrompt="1"/>
          </p:nvPr>
        </p:nvSpPr>
        <p:spPr>
          <a:xfrm>
            <a:off x="6335211" y="4841667"/>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7" name="Text Placeholder 19">
            <a:extLst>
              <a:ext uri="{FF2B5EF4-FFF2-40B4-BE49-F238E27FC236}">
                <a16:creationId xmlns:a16="http://schemas.microsoft.com/office/drawing/2014/main" id="{16765685-9054-8775-F208-3A73A270357F}"/>
              </a:ext>
            </a:extLst>
          </p:cNvPr>
          <p:cNvSpPr>
            <a:spLocks noGrp="1"/>
          </p:cNvSpPr>
          <p:nvPr>
            <p:ph type="body" sz="quarter" idx="16" hasCustomPrompt="1"/>
          </p:nvPr>
        </p:nvSpPr>
        <p:spPr>
          <a:xfrm>
            <a:off x="6335211" y="5149213"/>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18" name="TextBox 17">
            <a:extLst>
              <a:ext uri="{FF2B5EF4-FFF2-40B4-BE49-F238E27FC236}">
                <a16:creationId xmlns:a16="http://schemas.microsoft.com/office/drawing/2014/main" id="{6764D02F-A46C-1CD3-FCD3-7E6DC2993FB2}"/>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chemeClr val="tx1"/>
                </a:solidFill>
                <a:latin typeface="Arial"/>
                <a:cs typeface="Arial"/>
              </a:rPr>
              <a:t>www.rsginc.com</a:t>
            </a:r>
          </a:p>
          <a:p>
            <a:pPr algn="r" defTabSz="914608">
              <a:tabLst>
                <a:tab pos="4665639" algn="l"/>
              </a:tabLst>
            </a:pPr>
            <a:endParaRPr lang="en-US" sz="1400" spc="100" dirty="0">
              <a:solidFill>
                <a:schemeClr val="bg2"/>
              </a:solidFill>
              <a:latin typeface="Arial"/>
              <a:cs typeface="Arial"/>
            </a:endParaRPr>
          </a:p>
        </p:txBody>
      </p:sp>
      <p:sp>
        <p:nvSpPr>
          <p:cNvPr id="19" name="Text Placeholder 15">
            <a:extLst>
              <a:ext uri="{FF2B5EF4-FFF2-40B4-BE49-F238E27FC236}">
                <a16:creationId xmlns:a16="http://schemas.microsoft.com/office/drawing/2014/main" id="{C56BF557-5E06-3CDC-7CE6-52F789C21300}"/>
              </a:ext>
            </a:extLst>
          </p:cNvPr>
          <p:cNvSpPr>
            <a:spLocks noGrp="1"/>
          </p:cNvSpPr>
          <p:nvPr>
            <p:ph type="body" sz="quarter" idx="17" hasCustomPrompt="1"/>
          </p:nvPr>
        </p:nvSpPr>
        <p:spPr>
          <a:xfrm>
            <a:off x="6335211" y="1807205"/>
            <a:ext cx="5018589" cy="285219"/>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0" name="Text Placeholder 17">
            <a:extLst>
              <a:ext uri="{FF2B5EF4-FFF2-40B4-BE49-F238E27FC236}">
                <a16:creationId xmlns:a16="http://schemas.microsoft.com/office/drawing/2014/main" id="{7D585F9B-E2B6-9ABE-40F0-FBA377C8FF56}"/>
              </a:ext>
            </a:extLst>
          </p:cNvPr>
          <p:cNvSpPr>
            <a:spLocks noGrp="1"/>
          </p:cNvSpPr>
          <p:nvPr>
            <p:ph type="body" sz="quarter" idx="18" hasCustomPrompt="1"/>
          </p:nvPr>
        </p:nvSpPr>
        <p:spPr>
          <a:xfrm>
            <a:off x="6335211" y="2035063"/>
            <a:ext cx="5018589"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1" name="Text Placeholder 19">
            <a:extLst>
              <a:ext uri="{FF2B5EF4-FFF2-40B4-BE49-F238E27FC236}">
                <a16:creationId xmlns:a16="http://schemas.microsoft.com/office/drawing/2014/main" id="{282B0FBE-1305-D996-DA3F-861ADF0EFFAD}"/>
              </a:ext>
            </a:extLst>
          </p:cNvPr>
          <p:cNvSpPr>
            <a:spLocks noGrp="1"/>
          </p:cNvSpPr>
          <p:nvPr>
            <p:ph type="body" sz="quarter" idx="19" hasCustomPrompt="1"/>
          </p:nvPr>
        </p:nvSpPr>
        <p:spPr>
          <a:xfrm>
            <a:off x="6335211" y="2342609"/>
            <a:ext cx="5018589" cy="460077"/>
          </a:xfrm>
          <a:prstGeom prst="rect">
            <a:avLst/>
          </a:prstGeom>
        </p:spPr>
        <p:txBody>
          <a:bodyPr lIns="0" rIns="0" anchor="ctr"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2" name="Picture 1" descr="A black and grey letter&#10;&#10;Description automatically generated">
            <a:extLst>
              <a:ext uri="{FF2B5EF4-FFF2-40B4-BE49-F238E27FC236}">
                <a16:creationId xmlns:a16="http://schemas.microsoft.com/office/drawing/2014/main" id="{83DB0D7B-0AF3-844B-5897-7F9DEF729A46}"/>
              </a:ext>
            </a:extLst>
          </p:cNvPr>
          <p:cNvPicPr>
            <a:picLocks noChangeAspect="1"/>
          </p:cNvPicPr>
          <p:nvPr userDrawn="1"/>
        </p:nvPicPr>
        <p:blipFill>
          <a:blip r:embed="rId2"/>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5842400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B.End Page w/ Map">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A23C478-0625-C6AF-57A6-A2FCE476B0CF}"/>
              </a:ext>
            </a:extLst>
          </p:cNvPr>
          <p:cNvGrpSpPr/>
          <p:nvPr userDrawn="1"/>
        </p:nvGrpSpPr>
        <p:grpSpPr>
          <a:xfrm>
            <a:off x="-267417" y="593203"/>
            <a:ext cx="7066773" cy="4279738"/>
            <a:chOff x="1362414" y="652144"/>
            <a:chExt cx="13987358" cy="8470942"/>
          </a:xfrm>
        </p:grpSpPr>
        <p:sp>
          <p:nvSpPr>
            <p:cNvPr id="6" name="Triangle 5">
              <a:extLst>
                <a:ext uri="{FF2B5EF4-FFF2-40B4-BE49-F238E27FC236}">
                  <a16:creationId xmlns:a16="http://schemas.microsoft.com/office/drawing/2014/main" id="{5EE13D69-D93C-3D1C-7115-D268E76C0797}"/>
                </a:ext>
              </a:extLst>
            </p:cNvPr>
            <p:cNvSpPr/>
            <p:nvPr/>
          </p:nvSpPr>
          <p:spPr>
            <a:xfrm>
              <a:off x="7080949" y="3951469"/>
              <a:ext cx="8268823" cy="5171617"/>
            </a:xfrm>
            <a:prstGeom prst="triangle">
              <a:avLst/>
            </a:prstGeom>
            <a:gradFill>
              <a:gsLst>
                <a:gs pos="0">
                  <a:srgbClr val="77787B">
                    <a:alpha val="50000"/>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iangle 6">
              <a:extLst>
                <a:ext uri="{FF2B5EF4-FFF2-40B4-BE49-F238E27FC236}">
                  <a16:creationId xmlns:a16="http://schemas.microsoft.com/office/drawing/2014/main" id="{0905921B-2870-BE74-2B21-9FBCC81F89B5}"/>
                </a:ext>
              </a:extLst>
            </p:cNvPr>
            <p:cNvSpPr/>
            <p:nvPr/>
          </p:nvSpPr>
          <p:spPr>
            <a:xfrm>
              <a:off x="1362414" y="652144"/>
              <a:ext cx="10564658" cy="6607514"/>
            </a:xfrm>
            <a:prstGeom prst="triangle">
              <a:avLst/>
            </a:prstGeom>
            <a:gradFill>
              <a:gsLst>
                <a:gs pos="0">
                  <a:srgbClr val="77787B">
                    <a:alpha val="50467"/>
                  </a:srgbClr>
                </a:gs>
                <a:gs pos="100000">
                  <a:srgbClr val="48484A">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 Placeholder 15">
            <a:extLst>
              <a:ext uri="{FF2B5EF4-FFF2-40B4-BE49-F238E27FC236}">
                <a16:creationId xmlns:a16="http://schemas.microsoft.com/office/drawing/2014/main" id="{DE19E56F-41B6-BA88-1398-216721B7AFDA}"/>
              </a:ext>
            </a:extLst>
          </p:cNvPr>
          <p:cNvSpPr>
            <a:spLocks noGrp="1"/>
          </p:cNvSpPr>
          <p:nvPr>
            <p:ph type="body" sz="quarter" idx="11" hasCustomPrompt="1"/>
          </p:nvPr>
        </p:nvSpPr>
        <p:spPr>
          <a:xfrm>
            <a:off x="1648538" y="4295051"/>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12" name="Text Placeholder 17">
            <a:extLst>
              <a:ext uri="{FF2B5EF4-FFF2-40B4-BE49-F238E27FC236}">
                <a16:creationId xmlns:a16="http://schemas.microsoft.com/office/drawing/2014/main" id="{0B0A607E-3A18-03AF-635C-502FCF9C8907}"/>
              </a:ext>
            </a:extLst>
          </p:cNvPr>
          <p:cNvSpPr>
            <a:spLocks noGrp="1"/>
          </p:cNvSpPr>
          <p:nvPr>
            <p:ph type="body" sz="quarter" idx="12" hasCustomPrompt="1"/>
          </p:nvPr>
        </p:nvSpPr>
        <p:spPr>
          <a:xfrm>
            <a:off x="1648537" y="4538083"/>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13" name="Text Placeholder 19">
            <a:extLst>
              <a:ext uri="{FF2B5EF4-FFF2-40B4-BE49-F238E27FC236}">
                <a16:creationId xmlns:a16="http://schemas.microsoft.com/office/drawing/2014/main" id="{3AA7463D-76F4-DD17-05E2-4B4AC5C38A85}"/>
              </a:ext>
            </a:extLst>
          </p:cNvPr>
          <p:cNvSpPr>
            <a:spLocks noGrp="1"/>
          </p:cNvSpPr>
          <p:nvPr>
            <p:ph type="body" sz="quarter" idx="13" hasCustomPrompt="1"/>
          </p:nvPr>
        </p:nvSpPr>
        <p:spPr>
          <a:xfrm>
            <a:off x="1648537" y="4845629"/>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sp>
        <p:nvSpPr>
          <p:cNvPr id="23" name="TextBox 22">
            <a:extLst>
              <a:ext uri="{FF2B5EF4-FFF2-40B4-BE49-F238E27FC236}">
                <a16:creationId xmlns:a16="http://schemas.microsoft.com/office/drawing/2014/main" id="{DB7F15E5-975F-ED59-99AF-23B54444B361}"/>
              </a:ext>
            </a:extLst>
          </p:cNvPr>
          <p:cNvSpPr txBox="1"/>
          <p:nvPr userDrawn="1"/>
        </p:nvSpPr>
        <p:spPr>
          <a:xfrm>
            <a:off x="1616146" y="3740912"/>
            <a:ext cx="1309632" cy="307777"/>
          </a:xfrm>
          <a:prstGeom prst="rect">
            <a:avLst/>
          </a:prstGeom>
        </p:spPr>
        <p:txBody>
          <a:bodyPr spcFirstLastPara="1" vert="horz" wrap="square" lIns="0" tIns="0" rIns="0" bIns="0" rtlCol="0" anchor="t" anchorCtr="0">
            <a:spAutoFit/>
          </a:bodyPr>
          <a:lstStyle/>
          <a:p>
            <a:pPr algn="l"/>
            <a:r>
              <a:rPr lang="en-US" sz="2000" b="1" dirty="0">
                <a:solidFill>
                  <a:srgbClr val="EC8B1F"/>
                </a:solidFill>
              </a:rPr>
              <a:t>Contacts</a:t>
            </a:r>
          </a:p>
        </p:txBody>
      </p:sp>
      <p:sp>
        <p:nvSpPr>
          <p:cNvPr id="24" name="Text Placeholder 15">
            <a:extLst>
              <a:ext uri="{FF2B5EF4-FFF2-40B4-BE49-F238E27FC236}">
                <a16:creationId xmlns:a16="http://schemas.microsoft.com/office/drawing/2014/main" id="{818F19F7-DE6B-739E-C681-BAC240351F8F}"/>
              </a:ext>
            </a:extLst>
          </p:cNvPr>
          <p:cNvSpPr>
            <a:spLocks noGrp="1"/>
          </p:cNvSpPr>
          <p:nvPr>
            <p:ph type="body" sz="quarter" idx="14" hasCustomPrompt="1"/>
          </p:nvPr>
        </p:nvSpPr>
        <p:spPr>
          <a:xfrm>
            <a:off x="5536134" y="4298055"/>
            <a:ext cx="4319850" cy="300796"/>
          </a:xfrm>
          <a:prstGeom prst="rect">
            <a:avLst/>
          </a:prstGeom>
        </p:spPr>
        <p:txBody>
          <a:bodyPr lIns="0" rIns="0" anchor="ctr" anchorCtr="0">
            <a:noAutofit/>
          </a:bodyPr>
          <a:lstStyle>
            <a:lvl1pPr marL="0" indent="0">
              <a:buNone/>
              <a:defRPr sz="1400" b="1" baseline="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PROJECT MANAGER NAME</a:t>
            </a:r>
          </a:p>
        </p:txBody>
      </p:sp>
      <p:sp>
        <p:nvSpPr>
          <p:cNvPr id="25" name="Text Placeholder 17">
            <a:extLst>
              <a:ext uri="{FF2B5EF4-FFF2-40B4-BE49-F238E27FC236}">
                <a16:creationId xmlns:a16="http://schemas.microsoft.com/office/drawing/2014/main" id="{E4B80493-0F21-5E47-9839-36FC66CC6353}"/>
              </a:ext>
            </a:extLst>
          </p:cNvPr>
          <p:cNvSpPr>
            <a:spLocks noGrp="1"/>
          </p:cNvSpPr>
          <p:nvPr>
            <p:ph type="body" sz="quarter" idx="15" hasCustomPrompt="1"/>
          </p:nvPr>
        </p:nvSpPr>
        <p:spPr>
          <a:xfrm>
            <a:off x="5536133" y="4541087"/>
            <a:ext cx="4319851" cy="276276"/>
          </a:xfrm>
          <a:prstGeom prst="rect">
            <a:avLst/>
          </a:prstGeom>
        </p:spPr>
        <p:txBody>
          <a:bodyPr lIns="0" rIns="0" anchor="ctr" anchorCtr="0">
            <a:noAutofit/>
          </a:bodyPr>
          <a:lstStyle>
            <a:lvl1pPr marL="0" indent="0">
              <a:buNone/>
              <a:defRPr sz="1200">
                <a:solidFill>
                  <a:srgbClr val="EC8B1F"/>
                </a:solidFill>
              </a:defRPr>
            </a:lvl1pPr>
          </a:lstStyle>
          <a:p>
            <a:pPr lvl="0"/>
            <a:r>
              <a:rPr lang="en-US" dirty="0"/>
              <a:t>TITLE</a:t>
            </a:r>
          </a:p>
        </p:txBody>
      </p:sp>
      <p:sp>
        <p:nvSpPr>
          <p:cNvPr id="26" name="Text Placeholder 19">
            <a:extLst>
              <a:ext uri="{FF2B5EF4-FFF2-40B4-BE49-F238E27FC236}">
                <a16:creationId xmlns:a16="http://schemas.microsoft.com/office/drawing/2014/main" id="{D0D6816F-4237-8AFF-2FA3-20A430AF1CB7}"/>
              </a:ext>
            </a:extLst>
          </p:cNvPr>
          <p:cNvSpPr>
            <a:spLocks noGrp="1"/>
          </p:cNvSpPr>
          <p:nvPr>
            <p:ph type="body" sz="quarter" idx="16" hasCustomPrompt="1"/>
          </p:nvPr>
        </p:nvSpPr>
        <p:spPr>
          <a:xfrm>
            <a:off x="5536133" y="4848633"/>
            <a:ext cx="4319851" cy="460077"/>
          </a:xfrm>
          <a:prstGeom prst="rect">
            <a:avLst/>
          </a:prstGeom>
        </p:spPr>
        <p:txBody>
          <a:bodyPr lIns="0" rIns="0" anchor="t" anchorCtr="0">
            <a:noAutofit/>
          </a:bodyPr>
          <a:lstStyle>
            <a:lvl1pPr marL="0" indent="0">
              <a:buNone/>
              <a:defRPr sz="1400">
                <a:solidFill>
                  <a:schemeClr val="tx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Email</a:t>
            </a:r>
            <a:br>
              <a:rPr lang="en-US" dirty="0"/>
            </a:br>
            <a:r>
              <a:rPr lang="en-US" dirty="0"/>
              <a:t>Phone</a:t>
            </a:r>
          </a:p>
        </p:txBody>
      </p:sp>
      <p:pic>
        <p:nvPicPr>
          <p:cNvPr id="27" name="Picture 26" descr="Map&#10;&#10;Description automatically generated">
            <a:extLst>
              <a:ext uri="{FF2B5EF4-FFF2-40B4-BE49-F238E27FC236}">
                <a16:creationId xmlns:a16="http://schemas.microsoft.com/office/drawing/2014/main" id="{D9D23E18-1BDA-B5E8-B300-ACE8DBA1D70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51163" y="360000"/>
            <a:ext cx="6318563" cy="3733697"/>
          </a:xfrm>
          <a:prstGeom prst="rect">
            <a:avLst/>
          </a:prstGeom>
        </p:spPr>
      </p:pic>
      <p:sp>
        <p:nvSpPr>
          <p:cNvPr id="28" name="TextBox 27">
            <a:extLst>
              <a:ext uri="{FF2B5EF4-FFF2-40B4-BE49-F238E27FC236}">
                <a16:creationId xmlns:a16="http://schemas.microsoft.com/office/drawing/2014/main" id="{55EE3318-FFFB-2C43-7B14-ED77132A37A4}"/>
              </a:ext>
            </a:extLst>
          </p:cNvPr>
          <p:cNvSpPr txBox="1"/>
          <p:nvPr userDrawn="1"/>
        </p:nvSpPr>
        <p:spPr>
          <a:xfrm>
            <a:off x="7651798" y="5923336"/>
            <a:ext cx="3392512" cy="350855"/>
          </a:xfrm>
          <a:prstGeom prst="rect">
            <a:avLst/>
          </a:prstGeom>
          <a:noFill/>
        </p:spPr>
        <p:txBody>
          <a:bodyPr wrap="square" rtlCol="0">
            <a:noAutofit/>
          </a:bodyPr>
          <a:lstStyle/>
          <a:p>
            <a:pPr algn="r"/>
            <a:r>
              <a:rPr lang="en-US" sz="1400" b="1" spc="100" dirty="0">
                <a:solidFill>
                  <a:schemeClr val="tx1"/>
                </a:solidFill>
                <a:latin typeface="Arial"/>
                <a:cs typeface="Arial"/>
              </a:rPr>
              <a:t>www.rsginc.com</a:t>
            </a:r>
          </a:p>
          <a:p>
            <a:pPr algn="r" defTabSz="914608">
              <a:tabLst>
                <a:tab pos="4665639" algn="l"/>
              </a:tabLst>
            </a:pPr>
            <a:endParaRPr lang="en-US" sz="1400" spc="100" dirty="0">
              <a:solidFill>
                <a:schemeClr val="bg2"/>
              </a:solidFill>
              <a:latin typeface="Arial"/>
              <a:cs typeface="Arial"/>
            </a:endParaRPr>
          </a:p>
        </p:txBody>
      </p:sp>
      <p:pic>
        <p:nvPicPr>
          <p:cNvPr id="3" name="Picture 2" descr="A black and grey letter&#10;&#10;Description automatically generated">
            <a:extLst>
              <a:ext uri="{FF2B5EF4-FFF2-40B4-BE49-F238E27FC236}">
                <a16:creationId xmlns:a16="http://schemas.microsoft.com/office/drawing/2014/main" id="{ED6C8B63-E460-87D8-01DA-ACF495D0839F}"/>
              </a:ext>
            </a:extLst>
          </p:cNvPr>
          <p:cNvPicPr>
            <a:picLocks noChangeAspect="1"/>
          </p:cNvPicPr>
          <p:nvPr userDrawn="1"/>
        </p:nvPicPr>
        <p:blipFill>
          <a:blip r:embed="rId3"/>
          <a:stretch>
            <a:fillRect/>
          </a:stretch>
        </p:blipFill>
        <p:spPr>
          <a:xfrm>
            <a:off x="1601376" y="2684307"/>
            <a:ext cx="1621249" cy="417745"/>
          </a:xfrm>
          <a:prstGeom prst="rect">
            <a:avLst/>
          </a:prstGeom>
        </p:spPr>
      </p:pic>
    </p:spTree>
    <p:extLst>
      <p:ext uri="{BB962C8B-B14F-4D97-AF65-F5344CB8AC3E}">
        <p14:creationId xmlns:p14="http://schemas.microsoft.com/office/powerpoint/2010/main" val="11958153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theme" Target="../theme/theme4.xml"/><Relationship Id="rId4"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theme" Target="../theme/theme5.xml"/><Relationship Id="rId4"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5" Type="http://schemas.openxmlformats.org/officeDocument/2006/relationships/theme" Target="../theme/theme6.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00B9E1-6A86-55B9-F075-3E75A0632F65}"/>
              </a:ext>
            </a:extLst>
          </p:cNvPr>
          <p:cNvSpPr>
            <a:spLocks noGrp="1"/>
          </p:cNvSpPr>
          <p:nvPr>
            <p:ph type="body" idx="1"/>
          </p:nvPr>
        </p:nvSpPr>
        <p:spPr>
          <a:xfrm>
            <a:off x="838200" y="1619794"/>
            <a:ext cx="10515600" cy="4351338"/>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 / Italics</a:t>
            </a:r>
          </a:p>
          <a:p>
            <a:pPr lvl="4"/>
            <a:r>
              <a:rPr lang="en-US" dirty="0"/>
              <a:t>Fifth Level</a:t>
            </a:r>
          </a:p>
          <a:p>
            <a:pPr lvl="3"/>
            <a:endParaRPr lang="en-US" dirty="0"/>
          </a:p>
        </p:txBody>
      </p:sp>
      <p:sp>
        <p:nvSpPr>
          <p:cNvPr id="9" name="Slide Number Placeholder 2">
            <a:extLst>
              <a:ext uri="{FF2B5EF4-FFF2-40B4-BE49-F238E27FC236}">
                <a16:creationId xmlns:a16="http://schemas.microsoft.com/office/drawing/2014/main" id="{0A2E575F-900B-BD64-2189-7F1A9C9CE00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dirty="0"/>
          </a:p>
        </p:txBody>
      </p:sp>
      <p:sp>
        <p:nvSpPr>
          <p:cNvPr id="11" name="Title Placeholder 1">
            <a:extLst>
              <a:ext uri="{FF2B5EF4-FFF2-40B4-BE49-F238E27FC236}">
                <a16:creationId xmlns:a16="http://schemas.microsoft.com/office/drawing/2014/main" id="{90E6FB74-FA1E-D13B-0D4C-55FEC531E13B}"/>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pic>
        <p:nvPicPr>
          <p:cNvPr id="4" name="Picture 3" descr="A black and grey letter&#10;&#10;Description automatically generated">
            <a:extLst>
              <a:ext uri="{FF2B5EF4-FFF2-40B4-BE49-F238E27FC236}">
                <a16:creationId xmlns:a16="http://schemas.microsoft.com/office/drawing/2014/main" id="{CA19190E-19DB-95C5-51EC-1F955EA3ED71}"/>
              </a:ext>
            </a:extLst>
          </p:cNvPr>
          <p:cNvPicPr>
            <a:picLocks noChangeAspect="1"/>
          </p:cNvPicPr>
          <p:nvPr userDrawn="1"/>
        </p:nvPicPr>
        <p:blipFill>
          <a:blip r:embed="rId9"/>
          <a:stretch>
            <a:fillRect/>
          </a:stretch>
        </p:blipFill>
        <p:spPr>
          <a:xfrm>
            <a:off x="838200" y="6444237"/>
            <a:ext cx="759619" cy="195730"/>
          </a:xfrm>
          <a:prstGeom prst="rect">
            <a:avLst/>
          </a:prstGeom>
        </p:spPr>
      </p:pic>
    </p:spTree>
    <p:extLst>
      <p:ext uri="{BB962C8B-B14F-4D97-AF65-F5344CB8AC3E}">
        <p14:creationId xmlns:p14="http://schemas.microsoft.com/office/powerpoint/2010/main" val="101791380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9" r:id="rId3"/>
    <p:sldLayoutId id="2147483698" r:id="rId4"/>
    <p:sldLayoutId id="2147483717" r:id="rId5"/>
    <p:sldLayoutId id="2147483718" r:id="rId6"/>
    <p:sldLayoutId id="2147483719" r:id="rId7"/>
  </p:sldLayoutIdLst>
  <p:hf hdr="0" ftr="0" dt="0"/>
  <p:txStyles>
    <p:titleStyle>
      <a:lvl1pPr algn="l" defTabSz="914400" rtl="0" eaLnBrk="1" latinLnBrk="0" hangingPunct="1">
        <a:lnSpc>
          <a:spcPct val="90000"/>
        </a:lnSpc>
        <a:spcBef>
          <a:spcPct val="0"/>
        </a:spcBef>
        <a:buNone/>
        <a:defRPr sz="2800" b="1" i="0" kern="1200">
          <a:solidFill>
            <a:srgbClr val="48484A"/>
          </a:solidFill>
          <a:latin typeface="Arial" panose="020B0604020202020204" pitchFamily="34" charset="0"/>
          <a:ea typeface="+mj-ea"/>
          <a:cs typeface="Arial" panose="020B0604020202020204" pitchFamily="34" charset="0"/>
        </a:defRPr>
      </a:lvl1pPr>
    </p:titleStyle>
    <p:bodyStyle>
      <a:lvl1pPr marL="182880" indent="-182880" algn="l" defTabSz="914400" rtl="0" eaLnBrk="1" fontAlgn="ctr" latinLnBrk="0" hangingPunct="1">
        <a:lnSpc>
          <a:spcPct val="110000"/>
        </a:lnSpc>
        <a:spcBef>
          <a:spcPts val="1000"/>
        </a:spcBef>
        <a:buClr>
          <a:srgbClr val="48484A"/>
        </a:buClr>
        <a:buSzPct val="150000"/>
        <a:buFont typeface="Arial" panose="020B0604020202020204" pitchFamily="34" charset="0"/>
        <a:buChar char="•"/>
        <a:defRPr sz="1200" b="0" i="0" kern="1200">
          <a:solidFill>
            <a:srgbClr val="48484A"/>
          </a:solidFill>
          <a:latin typeface="Arial" panose="020B0604020202020204" pitchFamily="34" charset="0"/>
          <a:ea typeface="+mn-ea"/>
          <a:cs typeface="Arial" panose="020B0604020202020204" pitchFamily="34" charset="0"/>
        </a:defRPr>
      </a:lvl1pPr>
      <a:lvl2pPr marL="365760" indent="-182880" algn="l" defTabSz="914400" rtl="0" eaLnBrk="1" fontAlgn="ctr" latinLnBrk="0" hangingPunct="1">
        <a:lnSpc>
          <a:spcPct val="110000"/>
        </a:lnSpc>
        <a:spcBef>
          <a:spcPts val="500"/>
        </a:spcBef>
        <a:buClr>
          <a:srgbClr val="48484A"/>
        </a:buClr>
        <a:buSzPct val="100000"/>
        <a:buFont typeface="System Font Regular"/>
        <a:buChar char="–"/>
        <a:defRPr sz="1200" b="0"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fontAlgn="ctr" latinLnBrk="0" hangingPunct="1">
        <a:lnSpc>
          <a:spcPct val="110000"/>
        </a:lnSpc>
        <a:spcBef>
          <a:spcPts val="500"/>
        </a:spcBef>
        <a:buClr>
          <a:srgbClr val="48484A"/>
        </a:buClr>
        <a:buSzPct val="100000"/>
        <a:buFont typeface="Courier New" panose="02070309020205020404" pitchFamily="49" charset="0"/>
        <a:buChar char="o"/>
        <a:defRPr sz="1200" b="0"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fontAlgn="ctr" latinLnBrk="0" hangingPunct="1">
        <a:lnSpc>
          <a:spcPct val="110000"/>
        </a:lnSpc>
        <a:spcBef>
          <a:spcPts val="500"/>
        </a:spcBef>
        <a:buClr>
          <a:srgbClr val="48484A"/>
        </a:buClr>
        <a:buSzPct val="100000"/>
        <a:buFontTx/>
        <a:buNone/>
        <a:defRPr sz="1200" b="0"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fontAlgn="ctr" latinLnBrk="0" hangingPunct="1">
        <a:lnSpc>
          <a:spcPct val="110000"/>
        </a:lnSpc>
        <a:spcBef>
          <a:spcPts val="500"/>
        </a:spcBef>
        <a:buClr>
          <a:srgbClr val="48484A"/>
        </a:buClr>
        <a:buSzPct val="100000"/>
        <a:buFont typeface="Wingdings" pitchFamily="2" charset="2"/>
        <a:buChar char="§"/>
        <a:defRPr sz="1200" b="0"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336" userDrawn="1">
          <p15:clr>
            <a:srgbClr val="A4A3A4"/>
          </p15:clr>
        </p15:guide>
        <p15:guide id="4" orient="horz" pos="408" userDrawn="1">
          <p15:clr>
            <a:srgbClr val="A4A3A4"/>
          </p15:clr>
        </p15:guide>
        <p15:guide id="5" orient="horz" pos="720" userDrawn="1">
          <p15:clr>
            <a:srgbClr val="5ACBF0"/>
          </p15:clr>
        </p15:guide>
        <p15:guide id="6" orient="horz" pos="1008" userDrawn="1">
          <p15:clr>
            <a:srgbClr val="5ACBF0"/>
          </p15:clr>
        </p15:guide>
        <p15:guide id="7" orient="horz" pos="1296" userDrawn="1">
          <p15:clr>
            <a:srgbClr val="5ACBF0"/>
          </p15:clr>
        </p15:guide>
        <p15:guide id="8" orient="horz" pos="1584" userDrawn="1">
          <p15:clr>
            <a:srgbClr val="5ACBF0"/>
          </p15:clr>
        </p15:guide>
        <p15:guide id="9" orient="horz" pos="1872" userDrawn="1">
          <p15:clr>
            <a:srgbClr val="5ACBF0"/>
          </p15:clr>
        </p15:guide>
        <p15:guide id="10" orient="horz" pos="2448" userDrawn="1">
          <p15:clr>
            <a:srgbClr val="5ACBF0"/>
          </p15:clr>
        </p15:guide>
        <p15:guide id="11" orient="horz" pos="2736" userDrawn="1">
          <p15:clr>
            <a:srgbClr val="5ACBF0"/>
          </p15:clr>
        </p15:guide>
        <p15:guide id="12" orient="horz" pos="3024" userDrawn="1">
          <p15:clr>
            <a:srgbClr val="5ACBF0"/>
          </p15:clr>
        </p15:guide>
        <p15:guide id="13" orient="horz" pos="3312" userDrawn="1">
          <p15:clr>
            <a:srgbClr val="5ACBF0"/>
          </p15:clr>
        </p15:guide>
        <p15:guide id="14" orient="horz" pos="3600" userDrawn="1">
          <p15:clr>
            <a:srgbClr val="5ACBF0"/>
          </p15:clr>
        </p15:guide>
        <p15:guide id="15" orient="horz" pos="3888" userDrawn="1">
          <p15:clr>
            <a:srgbClr val="A4A3A4"/>
          </p15:clr>
        </p15:guide>
        <p15:guide id="16" pos="528" userDrawn="1">
          <p15:clr>
            <a:srgbClr val="A4A3A4"/>
          </p15:clr>
        </p15:guide>
        <p15:guide id="17" pos="7152"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00B9E1-6A86-55B9-F075-3E75A0632F65}"/>
              </a:ext>
            </a:extLst>
          </p:cNvPr>
          <p:cNvSpPr>
            <a:spLocks noGrp="1"/>
          </p:cNvSpPr>
          <p:nvPr>
            <p:ph type="body" idx="1"/>
          </p:nvPr>
        </p:nvSpPr>
        <p:spPr>
          <a:xfrm>
            <a:off x="838200" y="1619794"/>
            <a:ext cx="10515600" cy="1616020"/>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3"/>
            <a:endParaRPr lang="en-US" dirty="0"/>
          </a:p>
        </p:txBody>
      </p:sp>
      <p:sp>
        <p:nvSpPr>
          <p:cNvPr id="9" name="Slide Number Placeholder 2">
            <a:extLst>
              <a:ext uri="{FF2B5EF4-FFF2-40B4-BE49-F238E27FC236}">
                <a16:creationId xmlns:a16="http://schemas.microsoft.com/office/drawing/2014/main" id="{0A2E575F-900B-BD64-2189-7F1A9C9CE00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dirty="0"/>
          </a:p>
        </p:txBody>
      </p:sp>
      <p:sp>
        <p:nvSpPr>
          <p:cNvPr id="11" name="Title Placeholder 1">
            <a:extLst>
              <a:ext uri="{FF2B5EF4-FFF2-40B4-BE49-F238E27FC236}">
                <a16:creationId xmlns:a16="http://schemas.microsoft.com/office/drawing/2014/main" id="{90E6FB74-FA1E-D13B-0D4C-55FEC531E13B}"/>
              </a:ext>
            </a:extLst>
          </p:cNvPr>
          <p:cNvSpPr>
            <a:spLocks noGrp="1"/>
          </p:cNvSpPr>
          <p:nvPr>
            <p:ph type="title"/>
          </p:nvPr>
        </p:nvSpPr>
        <p:spPr>
          <a:xfrm>
            <a:off x="838201" y="580153"/>
            <a:ext cx="10515600" cy="480131"/>
          </a:xfrm>
          <a:prstGeom prst="rect">
            <a:avLst/>
          </a:prstGeom>
        </p:spPr>
        <p:txBody>
          <a:bodyPr vert="horz" lIns="0" tIns="45720" rIns="0" bIns="45720" rtlCol="0" anchor="ctr">
            <a:spAutoFit/>
          </a:bodyPr>
          <a:lstStyle/>
          <a:p>
            <a:r>
              <a:rPr lang="en-US" dirty="0"/>
              <a:t>Click to edit Master title style</a:t>
            </a:r>
          </a:p>
        </p:txBody>
      </p:sp>
      <p:pic>
        <p:nvPicPr>
          <p:cNvPr id="2" name="Picture 1" descr="A black and grey letter&#10;&#10;Description automatically generated">
            <a:extLst>
              <a:ext uri="{FF2B5EF4-FFF2-40B4-BE49-F238E27FC236}">
                <a16:creationId xmlns:a16="http://schemas.microsoft.com/office/drawing/2014/main" id="{50BA6AF2-5550-0278-E0C5-58B9A4D616EF}"/>
              </a:ext>
            </a:extLst>
          </p:cNvPr>
          <p:cNvPicPr>
            <a:picLocks noChangeAspect="1"/>
          </p:cNvPicPr>
          <p:nvPr userDrawn="1"/>
        </p:nvPicPr>
        <p:blipFill>
          <a:blip r:embed="rId8"/>
          <a:stretch>
            <a:fillRect/>
          </a:stretch>
        </p:blipFill>
        <p:spPr>
          <a:xfrm>
            <a:off x="838200" y="6444237"/>
            <a:ext cx="759619" cy="195730"/>
          </a:xfrm>
          <a:prstGeom prst="rect">
            <a:avLst/>
          </a:prstGeom>
        </p:spPr>
      </p:pic>
    </p:spTree>
    <p:extLst>
      <p:ext uri="{BB962C8B-B14F-4D97-AF65-F5344CB8AC3E}">
        <p14:creationId xmlns:p14="http://schemas.microsoft.com/office/powerpoint/2010/main" val="3860902516"/>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20" r:id="rId5"/>
    <p:sldLayoutId id="2147483721" r:id="rId6"/>
  </p:sldLayoutIdLst>
  <p:hf hdr="0" ftr="0" dt="0"/>
  <p:txStyles>
    <p:titleStyle>
      <a:lvl1pPr algn="l" defTabSz="914400" rtl="0" eaLnBrk="1" latinLnBrk="0" hangingPunct="1">
        <a:lnSpc>
          <a:spcPct val="90000"/>
        </a:lnSpc>
        <a:spcBef>
          <a:spcPct val="0"/>
        </a:spcBef>
        <a:buNone/>
        <a:defRPr sz="2800" b="1" i="0" kern="1200">
          <a:solidFill>
            <a:srgbClr val="48484A"/>
          </a:solidFill>
          <a:latin typeface="Arial" panose="020B0604020202020204" pitchFamily="34" charset="0"/>
          <a:ea typeface="+mj-ea"/>
          <a:cs typeface="Arial" panose="020B0604020202020204" pitchFamily="34" charset="0"/>
        </a:defRPr>
      </a:lvl1pPr>
    </p:titleStyle>
    <p:bodyStyle>
      <a:lvl1pPr marL="182880" indent="-182880" algn="l" defTabSz="914400" rtl="0" eaLnBrk="1" fontAlgn="ctr" latinLnBrk="0" hangingPunct="1">
        <a:lnSpc>
          <a:spcPct val="110000"/>
        </a:lnSpc>
        <a:spcBef>
          <a:spcPts val="1000"/>
        </a:spcBef>
        <a:buClr>
          <a:srgbClr val="EC8B1F"/>
        </a:buClr>
        <a:buSzPct val="250000"/>
        <a:buFont typeface="Arial" panose="020B0604020202020204" pitchFamily="34" charset="0"/>
        <a:buChar char="•"/>
        <a:defRPr sz="1200" b="1" i="0" kern="1200">
          <a:solidFill>
            <a:srgbClr val="48484A"/>
          </a:solidFill>
          <a:latin typeface="Arial" panose="020B0604020202020204" pitchFamily="34" charset="0"/>
          <a:ea typeface="+mn-ea"/>
          <a:cs typeface="Arial" panose="020B0604020202020204" pitchFamily="34" charset="0"/>
        </a:defRPr>
      </a:lvl1pPr>
      <a:lvl2pPr marL="365760" indent="-182880" algn="l" defTabSz="914400" rtl="0" eaLnBrk="1" latinLnBrk="0" hangingPunct="1">
        <a:lnSpc>
          <a:spcPct val="110000"/>
        </a:lnSpc>
        <a:spcBef>
          <a:spcPts val="500"/>
        </a:spcBef>
        <a:buClr>
          <a:srgbClr val="EC8B1F"/>
        </a:buClr>
        <a:buSzPct val="125000"/>
        <a:buFont typeface="System Font Regular"/>
        <a:buChar char="–"/>
        <a:defRPr sz="1200" b="1"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latinLnBrk="0" hangingPunct="1">
        <a:lnSpc>
          <a:spcPct val="110000"/>
        </a:lnSpc>
        <a:spcBef>
          <a:spcPts val="500"/>
        </a:spcBef>
        <a:buClr>
          <a:srgbClr val="EC8B1F"/>
        </a:buClr>
        <a:buSzPct val="125000"/>
        <a:buFont typeface="Courier New" panose="02070309020205020404" pitchFamily="49" charset="0"/>
        <a:buChar char="o"/>
        <a:defRPr sz="1200" b="1"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latinLnBrk="0" hangingPunct="1">
        <a:lnSpc>
          <a:spcPct val="110000"/>
        </a:lnSpc>
        <a:spcBef>
          <a:spcPts val="500"/>
        </a:spcBef>
        <a:buClr>
          <a:srgbClr val="48484A"/>
        </a:buClr>
        <a:buSzPct val="100000"/>
        <a:buFontTx/>
        <a:buNone/>
        <a:defRPr sz="1200" b="1"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latinLnBrk="0" hangingPunct="1">
        <a:lnSpc>
          <a:spcPct val="110000"/>
        </a:lnSpc>
        <a:spcBef>
          <a:spcPts val="500"/>
        </a:spcBef>
        <a:buClr>
          <a:srgbClr val="EC8B1F"/>
        </a:buClr>
        <a:buSzPct val="125000"/>
        <a:buFont typeface="Wingdings" pitchFamily="2" charset="2"/>
        <a:buChar char="§"/>
        <a:defRPr sz="1200" b="1"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336" userDrawn="1">
          <p15:clr>
            <a:srgbClr val="A4A3A4"/>
          </p15:clr>
        </p15:guide>
        <p15:guide id="4" orient="horz" pos="408" userDrawn="1">
          <p15:clr>
            <a:srgbClr val="A4A3A4"/>
          </p15:clr>
        </p15:guide>
        <p15:guide id="5" orient="horz" pos="720" userDrawn="1">
          <p15:clr>
            <a:srgbClr val="5ACBF0"/>
          </p15:clr>
        </p15:guide>
        <p15:guide id="6" orient="horz" pos="1008" userDrawn="1">
          <p15:clr>
            <a:srgbClr val="5ACBF0"/>
          </p15:clr>
        </p15:guide>
        <p15:guide id="7" orient="horz" pos="1296" userDrawn="1">
          <p15:clr>
            <a:srgbClr val="5ACBF0"/>
          </p15:clr>
        </p15:guide>
        <p15:guide id="8" orient="horz" pos="1584" userDrawn="1">
          <p15:clr>
            <a:srgbClr val="5ACBF0"/>
          </p15:clr>
        </p15:guide>
        <p15:guide id="9" orient="horz" pos="1872" userDrawn="1">
          <p15:clr>
            <a:srgbClr val="5ACBF0"/>
          </p15:clr>
        </p15:guide>
        <p15:guide id="10" orient="horz" pos="2448" userDrawn="1">
          <p15:clr>
            <a:srgbClr val="5ACBF0"/>
          </p15:clr>
        </p15:guide>
        <p15:guide id="11" orient="horz" pos="2736" userDrawn="1">
          <p15:clr>
            <a:srgbClr val="5ACBF0"/>
          </p15:clr>
        </p15:guide>
        <p15:guide id="12" orient="horz" pos="3024" userDrawn="1">
          <p15:clr>
            <a:srgbClr val="5ACBF0"/>
          </p15:clr>
        </p15:guide>
        <p15:guide id="13" orient="horz" pos="3312" userDrawn="1">
          <p15:clr>
            <a:srgbClr val="5ACBF0"/>
          </p15:clr>
        </p15:guide>
        <p15:guide id="14" orient="horz" pos="3600" userDrawn="1">
          <p15:clr>
            <a:srgbClr val="5ACBF0"/>
          </p15:clr>
        </p15:guide>
        <p15:guide id="15" orient="horz" pos="3888" userDrawn="1">
          <p15:clr>
            <a:srgbClr val="A4A3A4"/>
          </p15:clr>
        </p15:guide>
        <p15:guide id="16" pos="528" userDrawn="1">
          <p15:clr>
            <a:srgbClr val="A4A3A4"/>
          </p15:clr>
        </p15:guide>
        <p15:guide id="17" pos="7152"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dirty="0"/>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dirty="0"/>
              <a:t>Click to edit Master text styles</a:t>
            </a:r>
          </a:p>
        </p:txBody>
      </p:sp>
    </p:spTree>
    <p:extLst>
      <p:ext uri="{BB962C8B-B14F-4D97-AF65-F5344CB8AC3E}">
        <p14:creationId xmlns:p14="http://schemas.microsoft.com/office/powerpoint/2010/main" val="2545940517"/>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25" r:id="rId5"/>
    <p:sldLayoutId id="2147483741"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ct val="1100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dirty="0"/>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dirty="0"/>
              <a:t>Click to edit Master text styles</a:t>
            </a:r>
          </a:p>
        </p:txBody>
      </p:sp>
    </p:spTree>
    <p:extLst>
      <p:ext uri="{BB962C8B-B14F-4D97-AF65-F5344CB8AC3E}">
        <p14:creationId xmlns:p14="http://schemas.microsoft.com/office/powerpoint/2010/main" val="129369449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ts val="14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dirty="0"/>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dirty="0"/>
              <a:t>Click to edit Master text styles</a:t>
            </a:r>
          </a:p>
        </p:txBody>
      </p:sp>
    </p:spTree>
    <p:extLst>
      <p:ext uri="{BB962C8B-B14F-4D97-AF65-F5344CB8AC3E}">
        <p14:creationId xmlns:p14="http://schemas.microsoft.com/office/powerpoint/2010/main" val="3530052423"/>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ts val="14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Slide Number Placeholder 2">
            <a:extLst>
              <a:ext uri="{FF2B5EF4-FFF2-40B4-BE49-F238E27FC236}">
                <a16:creationId xmlns:a16="http://schemas.microsoft.com/office/drawing/2014/main" id="{FD99A527-0A70-630C-C769-031DE1DD1677}"/>
              </a:ext>
            </a:extLst>
          </p:cNvPr>
          <p:cNvSpPr>
            <a:spLocks noGrp="1"/>
          </p:cNvSpPr>
          <p:nvPr>
            <p:ph type="sldNum" sz="quarter" idx="4"/>
          </p:nvPr>
        </p:nvSpPr>
        <p:spPr>
          <a:xfrm>
            <a:off x="8667232" y="6350249"/>
            <a:ext cx="2743200" cy="365125"/>
          </a:xfrm>
          <a:prstGeom prst="rect">
            <a:avLst/>
          </a:prstGeom>
        </p:spPr>
        <p:txBody>
          <a:bodyPr vert="horz" lIns="91440" tIns="45720" rIns="91440" bIns="45720" rtlCol="0" anchor="ctr"/>
          <a:lstStyle>
            <a:lvl1pPr algn="r">
              <a:defRPr lang="en-US" sz="800" kern="1200" smtClean="0">
                <a:solidFill>
                  <a:srgbClr val="77787B"/>
                </a:solidFill>
                <a:latin typeface="+mn-lt"/>
                <a:ea typeface="+mn-ea"/>
                <a:cs typeface="+mn-cs"/>
              </a:defRPr>
            </a:lvl1pPr>
          </a:lstStyle>
          <a:p>
            <a:fld id="{F4510120-A876-4642-B753-556A5424CAF0}" type="slidenum">
              <a:rPr lang="en-US" smtClean="0"/>
              <a:pPr/>
              <a:t>‹#›</a:t>
            </a:fld>
            <a:endParaRPr lang="en-US" dirty="0"/>
          </a:p>
        </p:txBody>
      </p:sp>
      <p:sp>
        <p:nvSpPr>
          <p:cNvPr id="15" name="Text Placeholder 14">
            <a:extLst>
              <a:ext uri="{FF2B5EF4-FFF2-40B4-BE49-F238E27FC236}">
                <a16:creationId xmlns:a16="http://schemas.microsoft.com/office/drawing/2014/main" id="{A966B57F-B3E2-C616-61D4-68061F98217D}"/>
              </a:ext>
            </a:extLst>
          </p:cNvPr>
          <p:cNvSpPr>
            <a:spLocks noGrp="1"/>
          </p:cNvSpPr>
          <p:nvPr>
            <p:ph type="body" idx="1"/>
          </p:nvPr>
        </p:nvSpPr>
        <p:spPr>
          <a:xfrm>
            <a:off x="838200" y="1825625"/>
            <a:ext cx="10515600" cy="4351338"/>
          </a:xfrm>
          <a:prstGeom prst="rect">
            <a:avLst/>
          </a:prstGeom>
        </p:spPr>
        <p:txBody>
          <a:bodyPr vert="horz" lIns="0" tIns="45720" rIns="0" bIns="45720" rtlCol="0">
            <a:normAutofit/>
          </a:bodyPr>
          <a:lstStyle/>
          <a:p>
            <a:pPr lvl="0"/>
            <a:r>
              <a:rPr lang="en-US" dirty="0"/>
              <a:t>Click to edit Master text styles</a:t>
            </a:r>
          </a:p>
        </p:txBody>
      </p:sp>
    </p:spTree>
    <p:extLst>
      <p:ext uri="{BB962C8B-B14F-4D97-AF65-F5344CB8AC3E}">
        <p14:creationId xmlns:p14="http://schemas.microsoft.com/office/powerpoint/2010/main" val="3044489037"/>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lnSpc>
          <a:spcPts val="1400"/>
        </a:lnSpc>
        <a:spcBef>
          <a:spcPts val="1000"/>
        </a:spcBef>
        <a:buFontTx/>
        <a:buNone/>
        <a:defRPr sz="1200" kern="1200">
          <a:solidFill>
            <a:schemeClr val="tx1"/>
          </a:solidFill>
          <a:latin typeface="+mn-lt"/>
          <a:ea typeface="+mn-ea"/>
          <a:cs typeface="+mn-cs"/>
        </a:defRPr>
      </a:lvl1pPr>
      <a:lvl2pPr marL="4572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2pPr>
      <a:lvl3pPr marL="9144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3pPr>
      <a:lvl4pPr marL="13716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4pPr>
      <a:lvl5pPr marL="1828800" indent="0" algn="l" defTabSz="457200" rtl="0" eaLnBrk="1" latinLnBrk="0" hangingPunct="1">
        <a:lnSpc>
          <a:spcPts val="1400"/>
        </a:lnSpc>
        <a:spcBef>
          <a:spcPts val="500"/>
        </a:spcBef>
        <a:buFontTx/>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hyperlink" Target="https://orscenplg.github.io/VEWiki/"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ORScenPlg/ODOT_VE_Extras.git" TargetMode="External"/><Relationship Id="rId7" Type="http://schemas.openxmlformats.org/officeDocument/2006/relationships/hyperlink" Target="https://posit.co/download/rstudio-desktop/" TargetMode="External"/><Relationship Id="rId2" Type="http://schemas.openxmlformats.org/officeDocument/2006/relationships/hyperlink" Target="https://github.com/ORScenPlg/VisionEval-Dev.git" TargetMode="External"/><Relationship Id="rId1" Type="http://schemas.openxmlformats.org/officeDocument/2006/relationships/slideLayout" Target="../slideLayouts/slideLayout2.xml"/><Relationship Id="rId6" Type="http://schemas.openxmlformats.org/officeDocument/2006/relationships/hyperlink" Target="https://tortoisegit.org/" TargetMode="External"/><Relationship Id="rId5" Type="http://schemas.openxmlformats.org/officeDocument/2006/relationships/hyperlink" Target="https://desktop.github.com/" TargetMode="External"/><Relationship Id="rId4" Type="http://schemas.openxmlformats.org/officeDocument/2006/relationships/hyperlink" Target="https://gitforwindows.org/"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ORScenPlg/ODOT_VE_Extras/tree/main/VETravelDemandMM" TargetMode="External"/><Relationship Id="rId2" Type="http://schemas.openxmlformats.org/officeDocument/2006/relationships/hyperlink" Target="https://github.com/VisionEval/VisionEval-Dev/tree/development/sources/modules/VETravelDemandM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44E40A7-1AD5-2262-9226-A6775334F618}"/>
              </a:ext>
            </a:extLst>
          </p:cNvPr>
          <p:cNvSpPr>
            <a:spLocks noGrp="1"/>
          </p:cNvSpPr>
          <p:nvPr>
            <p:ph type="subTitle" idx="1"/>
          </p:nvPr>
        </p:nvSpPr>
        <p:spPr>
          <a:xfrm>
            <a:off x="838200" y="2971800"/>
            <a:ext cx="4625341" cy="1410643"/>
          </a:xfrm>
        </p:spPr>
        <p:txBody>
          <a:bodyPr/>
          <a:lstStyle/>
          <a:p>
            <a:r>
              <a:rPr lang="en-US" dirty="0"/>
              <a:t>Using the VE-Dev and VE-Extras repositories to install and use the </a:t>
            </a:r>
            <a:r>
              <a:rPr lang="en-US" dirty="0" err="1"/>
              <a:t>VisionEval</a:t>
            </a:r>
            <a:r>
              <a:rPr lang="en-US" dirty="0"/>
              <a:t> model</a:t>
            </a:r>
            <a:endParaRPr lang="en-US" dirty="0">
              <a:cs typeface="Arial"/>
            </a:endParaRPr>
          </a:p>
          <a:p>
            <a:endParaRPr lang="en-US" dirty="0"/>
          </a:p>
          <a:p>
            <a:endParaRPr lang="en-US" dirty="0"/>
          </a:p>
        </p:txBody>
      </p:sp>
      <p:sp>
        <p:nvSpPr>
          <p:cNvPr id="3" name="Title 2">
            <a:extLst>
              <a:ext uri="{FF2B5EF4-FFF2-40B4-BE49-F238E27FC236}">
                <a16:creationId xmlns:a16="http://schemas.microsoft.com/office/drawing/2014/main" id="{9FB738CE-715F-A458-1A5D-7DDA640769C7}"/>
              </a:ext>
            </a:extLst>
          </p:cNvPr>
          <p:cNvSpPr>
            <a:spLocks noGrp="1"/>
          </p:cNvSpPr>
          <p:nvPr>
            <p:ph type="title"/>
          </p:nvPr>
        </p:nvSpPr>
        <p:spPr>
          <a:xfrm>
            <a:off x="838200" y="1496477"/>
            <a:ext cx="5539741" cy="1231106"/>
          </a:xfrm>
        </p:spPr>
        <p:txBody>
          <a:bodyPr/>
          <a:lstStyle/>
          <a:p>
            <a:r>
              <a:rPr lang="en-US" dirty="0"/>
              <a:t>Oregon VE Models</a:t>
            </a:r>
            <a:br>
              <a:rPr lang="en-US" dirty="0"/>
            </a:br>
            <a:r>
              <a:rPr lang="en-US" dirty="0"/>
              <a:t>Installation Guide</a:t>
            </a:r>
          </a:p>
        </p:txBody>
      </p:sp>
      <p:sp>
        <p:nvSpPr>
          <p:cNvPr id="4" name="Text Placeholder 3">
            <a:extLst>
              <a:ext uri="{FF2B5EF4-FFF2-40B4-BE49-F238E27FC236}">
                <a16:creationId xmlns:a16="http://schemas.microsoft.com/office/drawing/2014/main" id="{EE8A1E6C-D7DA-F5B6-4244-6FB6AD902801}"/>
              </a:ext>
            </a:extLst>
          </p:cNvPr>
          <p:cNvSpPr>
            <a:spLocks noGrp="1"/>
          </p:cNvSpPr>
          <p:nvPr>
            <p:ph type="body" sz="quarter" idx="10"/>
          </p:nvPr>
        </p:nvSpPr>
        <p:spPr>
          <a:xfrm>
            <a:off x="838200" y="3835749"/>
            <a:ext cx="2843212" cy="265493"/>
          </a:xfrm>
        </p:spPr>
        <p:txBody>
          <a:bodyPr vert="horz" lIns="0" tIns="45720" rIns="0" bIns="45720" rtlCol="0" anchor="t">
            <a:noAutofit/>
          </a:bodyPr>
          <a:lstStyle/>
          <a:p>
            <a:r>
              <a:rPr lang="en-US" b="1" dirty="0">
                <a:solidFill>
                  <a:srgbClr val="48484A"/>
                </a:solidFill>
              </a:rPr>
              <a:t>May 2024</a:t>
            </a:r>
          </a:p>
        </p:txBody>
      </p:sp>
    </p:spTree>
    <p:extLst>
      <p:ext uri="{BB962C8B-B14F-4D97-AF65-F5344CB8AC3E}">
        <p14:creationId xmlns:p14="http://schemas.microsoft.com/office/powerpoint/2010/main" val="1342543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2AFF02E-D352-EE14-5EE6-FE56EDD4CC29}"/>
              </a:ext>
            </a:extLst>
          </p:cNvPr>
          <p:cNvSpPr>
            <a:spLocks noGrp="1"/>
          </p:cNvSpPr>
          <p:nvPr>
            <p:ph type="subTitle" idx="1"/>
          </p:nvPr>
        </p:nvSpPr>
        <p:spPr/>
        <p:txBody>
          <a:bodyPr/>
          <a:lstStyle/>
          <a:p>
            <a:endParaRPr lang="en-US"/>
          </a:p>
        </p:txBody>
      </p:sp>
      <p:sp>
        <p:nvSpPr>
          <p:cNvPr id="3" name="Title 2">
            <a:extLst>
              <a:ext uri="{FF2B5EF4-FFF2-40B4-BE49-F238E27FC236}">
                <a16:creationId xmlns:a16="http://schemas.microsoft.com/office/drawing/2014/main" id="{C1080C86-B9F8-8D4A-5CBE-21F21CB5397E}"/>
              </a:ext>
            </a:extLst>
          </p:cNvPr>
          <p:cNvSpPr>
            <a:spLocks noGrp="1"/>
          </p:cNvSpPr>
          <p:nvPr>
            <p:ph type="title"/>
          </p:nvPr>
        </p:nvSpPr>
        <p:spPr>
          <a:xfrm>
            <a:off x="848945" y="2111337"/>
            <a:ext cx="6567132" cy="1231106"/>
          </a:xfrm>
        </p:spPr>
        <p:txBody>
          <a:bodyPr/>
          <a:lstStyle/>
          <a:p>
            <a:r>
              <a:rPr lang="en-US" dirty="0" err="1"/>
              <a:t>VE_Dev</a:t>
            </a:r>
            <a:r>
              <a:rPr lang="en-US" dirty="0"/>
              <a:t> &amp; </a:t>
            </a:r>
            <a:r>
              <a:rPr lang="en-US" dirty="0" err="1"/>
              <a:t>VE_Extras</a:t>
            </a:r>
            <a:r>
              <a:rPr lang="en-US" dirty="0"/>
              <a:t> Repos</a:t>
            </a:r>
          </a:p>
        </p:txBody>
      </p:sp>
      <p:sp>
        <p:nvSpPr>
          <p:cNvPr id="4" name="Text Placeholder 3">
            <a:extLst>
              <a:ext uri="{FF2B5EF4-FFF2-40B4-BE49-F238E27FC236}">
                <a16:creationId xmlns:a16="http://schemas.microsoft.com/office/drawing/2014/main" id="{6E7B9BBA-B23E-0D89-83A9-F7DF508DFDC5}"/>
              </a:ext>
            </a:extLst>
          </p:cNvPr>
          <p:cNvSpPr>
            <a:spLocks noGrp="1"/>
          </p:cNvSpPr>
          <p:nvPr>
            <p:ph type="body" sz="quarter" idx="10"/>
          </p:nvPr>
        </p:nvSpPr>
        <p:spPr/>
        <p:txBody>
          <a:bodyPr/>
          <a:lstStyle/>
          <a:p>
            <a:r>
              <a:rPr lang="en-US" dirty="0"/>
              <a:t>ODOT</a:t>
            </a:r>
          </a:p>
        </p:txBody>
      </p:sp>
    </p:spTree>
    <p:extLst>
      <p:ext uri="{BB962C8B-B14F-4D97-AF65-F5344CB8AC3E}">
        <p14:creationId xmlns:p14="http://schemas.microsoft.com/office/powerpoint/2010/main" val="3045729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3</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latin typeface="Arial"/>
                <a:cs typeface="Arial"/>
              </a:rPr>
              <a:t>Oregon Scenario Planning GitHub Organization</a:t>
            </a:r>
          </a:p>
        </p:txBody>
      </p:sp>
      <p:pic>
        <p:nvPicPr>
          <p:cNvPr id="9" name="Picture 8">
            <a:extLst>
              <a:ext uri="{FF2B5EF4-FFF2-40B4-BE49-F238E27FC236}">
                <a16:creationId xmlns:a16="http://schemas.microsoft.com/office/drawing/2014/main" id="{18B393F2-EEED-C0FF-B562-08BCD99A0524}"/>
              </a:ext>
            </a:extLst>
          </p:cNvPr>
          <p:cNvPicPr>
            <a:picLocks noChangeAspect="1"/>
          </p:cNvPicPr>
          <p:nvPr/>
        </p:nvPicPr>
        <p:blipFill rotWithShape="1">
          <a:blip r:embed="rId2"/>
          <a:srcRect t="8588"/>
          <a:stretch/>
        </p:blipFill>
        <p:spPr>
          <a:xfrm>
            <a:off x="284497" y="1815352"/>
            <a:ext cx="5312542" cy="4397189"/>
          </a:xfrm>
          <a:prstGeom prst="rect">
            <a:avLst/>
          </a:prstGeom>
        </p:spPr>
      </p:pic>
      <p:sp>
        <p:nvSpPr>
          <p:cNvPr id="11" name="TextBox 10">
            <a:extLst>
              <a:ext uri="{FF2B5EF4-FFF2-40B4-BE49-F238E27FC236}">
                <a16:creationId xmlns:a16="http://schemas.microsoft.com/office/drawing/2014/main" id="{69847FFB-8DA8-BD6A-6021-D12D076425A2}"/>
              </a:ext>
            </a:extLst>
          </p:cNvPr>
          <p:cNvSpPr txBox="1"/>
          <p:nvPr/>
        </p:nvSpPr>
        <p:spPr>
          <a:xfrm>
            <a:off x="512669" y="1344029"/>
            <a:ext cx="6094878" cy="369332"/>
          </a:xfrm>
          <a:prstGeom prst="rect">
            <a:avLst/>
          </a:prstGeom>
          <a:noFill/>
        </p:spPr>
        <p:txBody>
          <a:bodyPr wrap="square">
            <a:spAutoFit/>
          </a:bodyPr>
          <a:lstStyle/>
          <a:p>
            <a:r>
              <a:rPr lang="en-US" dirty="0"/>
              <a:t>https://github.com/ORScenPlg</a:t>
            </a:r>
          </a:p>
        </p:txBody>
      </p:sp>
      <p:sp>
        <p:nvSpPr>
          <p:cNvPr id="12" name="TextBox 11">
            <a:extLst>
              <a:ext uri="{FF2B5EF4-FFF2-40B4-BE49-F238E27FC236}">
                <a16:creationId xmlns:a16="http://schemas.microsoft.com/office/drawing/2014/main" id="{E8765AAC-8629-4006-CBDA-FDA29FA7AE52}"/>
              </a:ext>
            </a:extLst>
          </p:cNvPr>
          <p:cNvSpPr txBox="1"/>
          <p:nvPr/>
        </p:nvSpPr>
        <p:spPr>
          <a:xfrm>
            <a:off x="5597039" y="1820652"/>
            <a:ext cx="6512036" cy="4247317"/>
          </a:xfrm>
          <a:prstGeom prst="rect">
            <a:avLst/>
          </a:prstGeom>
          <a:noFill/>
        </p:spPr>
        <p:txBody>
          <a:bodyPr wrap="square" rtlCol="0">
            <a:spAutoFit/>
          </a:bodyPr>
          <a:lstStyle/>
          <a:p>
            <a:r>
              <a:rPr lang="en-US" b="1" dirty="0"/>
              <a:t>Repos:</a:t>
            </a:r>
          </a:p>
          <a:p>
            <a:endParaRPr lang="en-US" dirty="0"/>
          </a:p>
          <a:p>
            <a:pPr marL="285750" indent="-285750">
              <a:buFont typeface="Arial" panose="020B0604020202020204" pitchFamily="34" charset="0"/>
              <a:buChar char="•"/>
            </a:pPr>
            <a:r>
              <a:rPr lang="en-US" dirty="0" err="1"/>
              <a:t>VEWiki</a:t>
            </a:r>
            <a:r>
              <a:rPr lang="en-US" dirty="0"/>
              <a:t>: source for the Oregon Scenario Planning guidance on the web. </a:t>
            </a:r>
            <a:r>
              <a:rPr lang="en-US" dirty="0" err="1"/>
              <a:t>GitPages</a:t>
            </a:r>
            <a:r>
              <a:rPr lang="en-US" dirty="0"/>
              <a:t>: </a:t>
            </a:r>
            <a:r>
              <a:rPr lang="en-US" dirty="0">
                <a:hlinkClick r:id="rId3"/>
              </a:rPr>
              <a:t>https://orscenplg.github.io/VEWiki/</a:t>
            </a:r>
            <a:r>
              <a:rPr lang="en-US" dirty="0"/>
              <a:t> </a:t>
            </a:r>
          </a:p>
          <a:p>
            <a:pPr marL="285750" indent="-285750">
              <a:buFont typeface="Arial" panose="020B0604020202020204" pitchFamily="34" charset="0"/>
              <a:buChar char="•"/>
            </a:pPr>
            <a:r>
              <a:rPr lang="en-US" dirty="0" err="1"/>
              <a:t>VisionEval</a:t>
            </a:r>
            <a:r>
              <a:rPr lang="en-US" dirty="0"/>
              <a:t>-Dev: </a:t>
            </a:r>
          </a:p>
          <a:p>
            <a:pPr marL="742950" lvl="1" indent="-285750">
              <a:buFont typeface="Arial" panose="020B0604020202020204" pitchFamily="34" charset="0"/>
              <a:buChar char="•"/>
            </a:pPr>
            <a:r>
              <a:rPr lang="en-US" dirty="0"/>
              <a:t>Branch: ODOT</a:t>
            </a:r>
          </a:p>
          <a:p>
            <a:pPr marL="1200150" lvl="2" indent="-285750">
              <a:buFont typeface="Arial" panose="020B0604020202020204" pitchFamily="34" charset="0"/>
              <a:buChar char="•"/>
            </a:pPr>
            <a:r>
              <a:rPr lang="en-US" dirty="0"/>
              <a:t>Is a branch forked from the FHWA </a:t>
            </a:r>
            <a:r>
              <a:rPr lang="en-US" dirty="0" err="1"/>
              <a:t>VisionEval</a:t>
            </a:r>
            <a:r>
              <a:rPr lang="en-US" dirty="0"/>
              <a:t>-Dev repo that can stay up to date with the latest changes at the FHWA version of VE.</a:t>
            </a:r>
          </a:p>
          <a:p>
            <a:pPr marL="1200150" lvl="2" indent="-285750">
              <a:buFont typeface="Arial" panose="020B0604020202020204" pitchFamily="34" charset="0"/>
              <a:buChar char="•"/>
            </a:pPr>
            <a:r>
              <a:rPr lang="en-US" dirty="0"/>
              <a:t>It includes:</a:t>
            </a:r>
          </a:p>
          <a:p>
            <a:pPr marL="1657350" lvl="3" indent="-285750">
              <a:buFont typeface="Arial" panose="020B0604020202020204" pitchFamily="34" charset="0"/>
              <a:buChar char="•"/>
            </a:pPr>
            <a:r>
              <a:rPr lang="en-US" dirty="0"/>
              <a:t>Oregon </a:t>
            </a:r>
            <a:r>
              <a:rPr lang="en-US" dirty="0" err="1"/>
              <a:t>PUMS</a:t>
            </a:r>
            <a:r>
              <a:rPr lang="en-US" dirty="0"/>
              <a:t> for </a:t>
            </a:r>
            <a:r>
              <a:rPr lang="en-US" dirty="0" err="1"/>
              <a:t>VESimHouseholds</a:t>
            </a:r>
            <a:endParaRPr lang="en-US" dirty="0"/>
          </a:p>
          <a:p>
            <a:pPr marL="285750" indent="-285750">
              <a:buFont typeface="Arial" panose="020B0604020202020204" pitchFamily="34" charset="0"/>
              <a:buChar char="•"/>
            </a:pPr>
            <a:r>
              <a:rPr lang="en-US" dirty="0" err="1"/>
              <a:t>ODOT_VE_Extras</a:t>
            </a:r>
            <a:r>
              <a:rPr lang="en-US" dirty="0"/>
              <a:t>: Oregon specific packages and model variants. </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777891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4</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err="1">
                <a:latin typeface="Arial"/>
                <a:cs typeface="Arial"/>
              </a:rPr>
              <a:t>VisionEval</a:t>
            </a:r>
            <a:r>
              <a:rPr lang="en-US" dirty="0">
                <a:latin typeface="Arial"/>
                <a:cs typeface="Arial"/>
              </a:rPr>
              <a:t>-Dev &amp; </a:t>
            </a:r>
            <a:r>
              <a:rPr lang="en-US" dirty="0" err="1">
                <a:latin typeface="Arial"/>
                <a:cs typeface="Arial"/>
              </a:rPr>
              <a:t>VE_Extras</a:t>
            </a:r>
            <a:r>
              <a:rPr lang="en-US" dirty="0">
                <a:latin typeface="Arial"/>
                <a:cs typeface="Arial"/>
              </a:rPr>
              <a:t> Relationship</a:t>
            </a:r>
          </a:p>
        </p:txBody>
      </p:sp>
      <p:sp>
        <p:nvSpPr>
          <p:cNvPr id="4" name="TextBox 3">
            <a:extLst>
              <a:ext uri="{FF2B5EF4-FFF2-40B4-BE49-F238E27FC236}">
                <a16:creationId xmlns:a16="http://schemas.microsoft.com/office/drawing/2014/main" id="{8E1A4B20-3688-E3F7-F7A7-8387405BC77A}"/>
              </a:ext>
            </a:extLst>
          </p:cNvPr>
          <p:cNvSpPr txBox="1"/>
          <p:nvPr/>
        </p:nvSpPr>
        <p:spPr>
          <a:xfrm>
            <a:off x="838201" y="1183341"/>
            <a:ext cx="4504766" cy="4524315"/>
          </a:xfrm>
          <a:prstGeom prst="rect">
            <a:avLst/>
          </a:prstGeom>
          <a:noFill/>
        </p:spPr>
        <p:txBody>
          <a:bodyPr wrap="square" rtlCol="0">
            <a:spAutoFit/>
          </a:bodyPr>
          <a:lstStyle/>
          <a:p>
            <a:r>
              <a:rPr lang="en-US" dirty="0"/>
              <a:t>After a Built runtime environment has been installed. The folder </a:t>
            </a:r>
            <a:r>
              <a:rPr lang="en-US" i="1" dirty="0" err="1"/>
              <a:t>ve</a:t>
            </a:r>
            <a:r>
              <a:rPr lang="en-US" i="1" dirty="0"/>
              <a:t>-lib</a:t>
            </a:r>
            <a:r>
              <a:rPr lang="en-US" dirty="0"/>
              <a:t> holds all the installed packages used during runtime.</a:t>
            </a:r>
            <a:endParaRPr lang="en-US" i="1" dirty="0"/>
          </a:p>
          <a:p>
            <a:r>
              <a:rPr lang="en-US" i="1" dirty="0"/>
              <a:t>…\built\visioneval\4.4.0\</a:t>
            </a:r>
            <a:r>
              <a:rPr lang="en-US" i="1" dirty="0" err="1"/>
              <a:t>ve</a:t>
            </a:r>
            <a:r>
              <a:rPr lang="en-US" i="1" dirty="0"/>
              <a:t>-lib</a:t>
            </a:r>
          </a:p>
          <a:p>
            <a:endParaRPr lang="en-US" i="1" dirty="0"/>
          </a:p>
          <a:p>
            <a:r>
              <a:rPr lang="en-US" dirty="0"/>
              <a:t>The </a:t>
            </a:r>
            <a:r>
              <a:rPr lang="en-US" dirty="0" err="1"/>
              <a:t>ve</a:t>
            </a:r>
            <a:r>
              <a:rPr lang="en-US" dirty="0"/>
              <a:t>-lib from the initial install of </a:t>
            </a:r>
            <a:r>
              <a:rPr lang="en-US" dirty="0" err="1"/>
              <a:t>VisionEval</a:t>
            </a:r>
            <a:r>
              <a:rPr lang="en-US" dirty="0"/>
              <a:t>-Dev includes all the core packages. </a:t>
            </a:r>
          </a:p>
          <a:p>
            <a:endParaRPr lang="en-US" dirty="0"/>
          </a:p>
          <a:p>
            <a:r>
              <a:rPr lang="en-US" dirty="0" err="1"/>
              <a:t>VEHouseholdTravel</a:t>
            </a:r>
            <a:endParaRPr lang="en-US" dirty="0"/>
          </a:p>
          <a:p>
            <a:r>
              <a:rPr lang="en-US" dirty="0" err="1"/>
              <a:t>VEHouseholdVehicles</a:t>
            </a:r>
            <a:endParaRPr lang="en-US" dirty="0"/>
          </a:p>
          <a:p>
            <a:r>
              <a:rPr lang="en-US" dirty="0" err="1"/>
              <a:t>VELandUse</a:t>
            </a:r>
            <a:endParaRPr lang="en-US" dirty="0"/>
          </a:p>
          <a:p>
            <a:r>
              <a:rPr lang="en-US" dirty="0" err="1"/>
              <a:t>VEPowertrainsAndFuels</a:t>
            </a:r>
            <a:endParaRPr lang="en-US" dirty="0"/>
          </a:p>
          <a:p>
            <a:r>
              <a:rPr lang="en-US" dirty="0" err="1"/>
              <a:t>VESimHouseholds</a:t>
            </a:r>
            <a:endParaRPr lang="en-US" dirty="0"/>
          </a:p>
          <a:p>
            <a:r>
              <a:rPr lang="en-US" dirty="0"/>
              <a:t>…</a:t>
            </a:r>
          </a:p>
        </p:txBody>
      </p:sp>
      <p:sp>
        <p:nvSpPr>
          <p:cNvPr id="5" name="TextBox 4">
            <a:extLst>
              <a:ext uri="{FF2B5EF4-FFF2-40B4-BE49-F238E27FC236}">
                <a16:creationId xmlns:a16="http://schemas.microsoft.com/office/drawing/2014/main" id="{D11E1100-CA63-8991-F34D-7E0CA4FBA948}"/>
              </a:ext>
            </a:extLst>
          </p:cNvPr>
          <p:cNvSpPr txBox="1"/>
          <p:nvPr/>
        </p:nvSpPr>
        <p:spPr>
          <a:xfrm>
            <a:off x="6414849" y="1183340"/>
            <a:ext cx="4504766" cy="4524315"/>
          </a:xfrm>
          <a:prstGeom prst="rect">
            <a:avLst/>
          </a:prstGeom>
          <a:noFill/>
        </p:spPr>
        <p:txBody>
          <a:bodyPr wrap="square" rtlCol="0">
            <a:spAutoFit/>
          </a:bodyPr>
          <a:lstStyle/>
          <a:p>
            <a:r>
              <a:rPr lang="en-US" dirty="0" err="1"/>
              <a:t>VE_Extras</a:t>
            </a:r>
            <a:r>
              <a:rPr lang="en-US" dirty="0"/>
              <a:t> repo stores all the packages which can be installed to the built runtime </a:t>
            </a:r>
            <a:r>
              <a:rPr lang="en-US" dirty="0" err="1"/>
              <a:t>ve</a:t>
            </a:r>
            <a:r>
              <a:rPr lang="en-US" dirty="0"/>
              <a:t>-lib folder. </a:t>
            </a:r>
          </a:p>
          <a:p>
            <a:endParaRPr lang="en-US" dirty="0"/>
          </a:p>
          <a:p>
            <a:r>
              <a:rPr lang="en-US" dirty="0"/>
              <a:t>This allows for Oregon specific models, packages, and variants to be replace the generic packages. </a:t>
            </a:r>
          </a:p>
          <a:p>
            <a:endParaRPr lang="en-US" dirty="0"/>
          </a:p>
          <a:p>
            <a:endParaRPr lang="en-US" dirty="0"/>
          </a:p>
          <a:p>
            <a:r>
              <a:rPr lang="en-US" dirty="0" err="1"/>
              <a:t>VEHouseholdVehiclesDL</a:t>
            </a:r>
            <a:endParaRPr lang="en-US" dirty="0"/>
          </a:p>
          <a:p>
            <a:r>
              <a:rPr lang="en-US" dirty="0" err="1"/>
              <a:t>VEHouseholdVehiclesIncCap</a:t>
            </a:r>
            <a:endParaRPr lang="en-US" dirty="0"/>
          </a:p>
          <a:p>
            <a:r>
              <a:rPr lang="en-US" dirty="0" err="1"/>
              <a:t>VELandUseDL</a:t>
            </a:r>
            <a:endParaRPr lang="en-US" dirty="0"/>
          </a:p>
          <a:p>
            <a:r>
              <a:rPr lang="en-US" dirty="0"/>
              <a:t>VEPowertrainsAndFuelsAP2022</a:t>
            </a:r>
          </a:p>
          <a:p>
            <a:r>
              <a:rPr lang="en-US" dirty="0" err="1"/>
              <a:t>VEPowertrainsAndFuelsSTS</a:t>
            </a:r>
            <a:endParaRPr lang="en-US" dirty="0"/>
          </a:p>
          <a:p>
            <a:r>
              <a:rPr lang="en-US" dirty="0" err="1"/>
              <a:t>VESimHouseholdsSKATS</a:t>
            </a:r>
            <a:endParaRPr lang="en-US" dirty="0"/>
          </a:p>
          <a:p>
            <a:r>
              <a:rPr lang="en-US" dirty="0"/>
              <a:t>….</a:t>
            </a:r>
          </a:p>
        </p:txBody>
      </p:sp>
      <p:sp>
        <p:nvSpPr>
          <p:cNvPr id="6" name="Arrow: Pentagon 5">
            <a:extLst>
              <a:ext uri="{FF2B5EF4-FFF2-40B4-BE49-F238E27FC236}">
                <a16:creationId xmlns:a16="http://schemas.microsoft.com/office/drawing/2014/main" id="{819DDBF2-531A-AE68-AF40-2B095ACEDFD3}"/>
              </a:ext>
            </a:extLst>
          </p:cNvPr>
          <p:cNvSpPr/>
          <p:nvPr/>
        </p:nvSpPr>
        <p:spPr>
          <a:xfrm>
            <a:off x="5210735" y="2952231"/>
            <a:ext cx="571500" cy="75303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1C81255-423E-7867-3629-756E53D9ED61}"/>
              </a:ext>
            </a:extLst>
          </p:cNvPr>
          <p:cNvSpPr/>
          <p:nvPr/>
        </p:nvSpPr>
        <p:spPr>
          <a:xfrm>
            <a:off x="302260" y="1060284"/>
            <a:ext cx="480131" cy="480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8" name="Oval 7">
            <a:extLst>
              <a:ext uri="{FF2B5EF4-FFF2-40B4-BE49-F238E27FC236}">
                <a16:creationId xmlns:a16="http://schemas.microsoft.com/office/drawing/2014/main" id="{312E2322-B77A-65E4-DC39-8DA04F6F53D4}"/>
              </a:ext>
            </a:extLst>
          </p:cNvPr>
          <p:cNvSpPr/>
          <p:nvPr/>
        </p:nvSpPr>
        <p:spPr>
          <a:xfrm>
            <a:off x="5934718" y="1060283"/>
            <a:ext cx="480131" cy="480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1075944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2AFF02E-D352-EE14-5EE6-FE56EDD4CC29}"/>
              </a:ext>
            </a:extLst>
          </p:cNvPr>
          <p:cNvSpPr>
            <a:spLocks noGrp="1"/>
          </p:cNvSpPr>
          <p:nvPr>
            <p:ph type="subTitle" idx="1"/>
          </p:nvPr>
        </p:nvSpPr>
        <p:spPr/>
        <p:txBody>
          <a:bodyPr/>
          <a:lstStyle/>
          <a:p>
            <a:endParaRPr lang="en-US"/>
          </a:p>
        </p:txBody>
      </p:sp>
      <p:sp>
        <p:nvSpPr>
          <p:cNvPr id="3" name="Title 2">
            <a:extLst>
              <a:ext uri="{FF2B5EF4-FFF2-40B4-BE49-F238E27FC236}">
                <a16:creationId xmlns:a16="http://schemas.microsoft.com/office/drawing/2014/main" id="{C1080C86-B9F8-8D4A-5CBE-21F21CB5397E}"/>
              </a:ext>
            </a:extLst>
          </p:cNvPr>
          <p:cNvSpPr>
            <a:spLocks noGrp="1"/>
          </p:cNvSpPr>
          <p:nvPr>
            <p:ph type="title"/>
          </p:nvPr>
        </p:nvSpPr>
        <p:spPr/>
        <p:txBody>
          <a:bodyPr/>
          <a:lstStyle/>
          <a:p>
            <a:r>
              <a:rPr lang="en-US" dirty="0"/>
              <a:t>Core VE Models</a:t>
            </a:r>
          </a:p>
        </p:txBody>
      </p:sp>
      <p:sp>
        <p:nvSpPr>
          <p:cNvPr id="4" name="Text Placeholder 3">
            <a:extLst>
              <a:ext uri="{FF2B5EF4-FFF2-40B4-BE49-F238E27FC236}">
                <a16:creationId xmlns:a16="http://schemas.microsoft.com/office/drawing/2014/main" id="{6E7B9BBA-B23E-0D89-83A9-F7DF508DFDC5}"/>
              </a:ext>
            </a:extLst>
          </p:cNvPr>
          <p:cNvSpPr>
            <a:spLocks noGrp="1"/>
          </p:cNvSpPr>
          <p:nvPr>
            <p:ph type="body" sz="quarter" idx="10"/>
          </p:nvPr>
        </p:nvSpPr>
        <p:spPr/>
        <p:txBody>
          <a:bodyPr/>
          <a:lstStyle/>
          <a:p>
            <a:r>
              <a:rPr lang="en-US" dirty="0"/>
              <a:t>ODOT</a:t>
            </a:r>
          </a:p>
        </p:txBody>
      </p:sp>
    </p:spTree>
    <p:extLst>
      <p:ext uri="{BB962C8B-B14F-4D97-AF65-F5344CB8AC3E}">
        <p14:creationId xmlns:p14="http://schemas.microsoft.com/office/powerpoint/2010/main" val="588793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6</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386254"/>
            <a:ext cx="10515600" cy="867930"/>
          </a:xfrm>
        </p:spPr>
        <p:txBody>
          <a:bodyPr/>
          <a:lstStyle/>
          <a:p>
            <a:r>
              <a:rPr lang="en-US" dirty="0">
                <a:latin typeface="Arial"/>
                <a:cs typeface="Arial"/>
              </a:rPr>
              <a:t>Step 1: Clone the </a:t>
            </a:r>
            <a:r>
              <a:rPr lang="en-US" dirty="0" err="1">
                <a:latin typeface="Arial"/>
                <a:cs typeface="Arial"/>
              </a:rPr>
              <a:t>VisionEval</a:t>
            </a:r>
            <a:r>
              <a:rPr lang="en-US" dirty="0">
                <a:latin typeface="Arial"/>
                <a:cs typeface="Arial"/>
              </a:rPr>
              <a:t>-Dev and </a:t>
            </a:r>
            <a:r>
              <a:rPr lang="en-US" dirty="0" err="1">
                <a:latin typeface="Arial"/>
                <a:cs typeface="Arial"/>
              </a:rPr>
              <a:t>ODOT_VE_Extras</a:t>
            </a:r>
            <a:r>
              <a:rPr lang="en-US" dirty="0">
                <a:latin typeface="Arial"/>
                <a:cs typeface="Arial"/>
              </a:rPr>
              <a:t> repositories</a:t>
            </a:r>
            <a:endParaRPr lang="en-US" dirty="0"/>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959237"/>
          </a:xfrm>
        </p:spPr>
        <p:txBody>
          <a:bodyPr/>
          <a:lstStyle/>
          <a:p>
            <a:r>
              <a:rPr lang="en-US" dirty="0"/>
              <a:t>Use the RSG </a:t>
            </a:r>
            <a:r>
              <a:rPr lang="en-US" dirty="0" err="1"/>
              <a:t>Github</a:t>
            </a:r>
            <a:r>
              <a:rPr lang="en-US" dirty="0"/>
              <a:t> page to clone both the </a:t>
            </a:r>
            <a:r>
              <a:rPr lang="en-US" dirty="0" err="1"/>
              <a:t>VisionEval</a:t>
            </a:r>
            <a:r>
              <a:rPr lang="en-US" dirty="0"/>
              <a:t>-Dev and </a:t>
            </a:r>
            <a:r>
              <a:rPr lang="en-US" dirty="0" err="1"/>
              <a:t>ODOT_VE_Extras</a:t>
            </a:r>
            <a:r>
              <a:rPr lang="en-US" dirty="0"/>
              <a:t> repositories using your Git-compatible software of choice</a:t>
            </a:r>
          </a:p>
          <a:p>
            <a:endParaRPr lang="en-US" dirty="0"/>
          </a:p>
        </p:txBody>
      </p:sp>
      <p:sp>
        <p:nvSpPr>
          <p:cNvPr id="5" name="Text Placeholder 4">
            <a:extLst>
              <a:ext uri="{FF2B5EF4-FFF2-40B4-BE49-F238E27FC236}">
                <a16:creationId xmlns:a16="http://schemas.microsoft.com/office/drawing/2014/main" id="{B04D2D6C-6404-D953-DB40-B9778414A002}"/>
              </a:ext>
            </a:extLst>
          </p:cNvPr>
          <p:cNvSpPr>
            <a:spLocks noGrp="1"/>
          </p:cNvSpPr>
          <p:nvPr>
            <p:ph type="body" sz="quarter" idx="13"/>
          </p:nvPr>
        </p:nvSpPr>
        <p:spPr>
          <a:xfrm>
            <a:off x="1381761" y="2559437"/>
            <a:ext cx="8595360" cy="3617310"/>
          </a:xfrm>
        </p:spPr>
        <p:txBody>
          <a:bodyPr vert="horz" lIns="0" tIns="45720" rIns="0" bIns="45720" rtlCol="0" anchor="t">
            <a:normAutofit/>
          </a:bodyPr>
          <a:lstStyle/>
          <a:p>
            <a:pPr>
              <a:lnSpc>
                <a:spcPct val="110000"/>
              </a:lnSpc>
            </a:pPr>
            <a:r>
              <a:rPr lang="en-US" sz="1400" b="1" dirty="0" err="1"/>
              <a:t>VisionEval</a:t>
            </a:r>
            <a:r>
              <a:rPr lang="en-US" sz="1400" b="1" dirty="0"/>
              <a:t>-Dev</a:t>
            </a:r>
            <a:r>
              <a:rPr lang="en-US" sz="1400" dirty="0"/>
              <a:t> link for cloning: </a:t>
            </a:r>
            <a:r>
              <a:rPr lang="en-US" sz="1400" dirty="0">
                <a:hlinkClick r:id="rId2"/>
              </a:rPr>
              <a:t>https://github.com/ORScenPlg/VisionEval-Dev.git</a:t>
            </a:r>
            <a:r>
              <a:rPr lang="en-US" sz="1400" dirty="0"/>
              <a:t> </a:t>
            </a:r>
          </a:p>
          <a:p>
            <a:pPr>
              <a:lnSpc>
                <a:spcPct val="110000"/>
              </a:lnSpc>
            </a:pPr>
            <a:r>
              <a:rPr lang="en-US" sz="1400" b="1" dirty="0" err="1"/>
              <a:t>ODOT_VE_Extras</a:t>
            </a:r>
            <a:r>
              <a:rPr lang="en-US" sz="1400" b="1" dirty="0"/>
              <a:t> </a:t>
            </a:r>
            <a:r>
              <a:rPr lang="en-US" sz="1400" dirty="0"/>
              <a:t>link for cloning: </a:t>
            </a:r>
            <a:r>
              <a:rPr lang="en-US" sz="1400" dirty="0">
                <a:hlinkClick r:id="rId3"/>
              </a:rPr>
              <a:t>https://github.com/ORScenPlg/ODOT_VE_Extras.git</a:t>
            </a:r>
            <a:r>
              <a:rPr lang="en-US" sz="1400" dirty="0"/>
              <a:t> </a:t>
            </a:r>
          </a:p>
          <a:p>
            <a:pPr>
              <a:lnSpc>
                <a:spcPct val="110000"/>
              </a:lnSpc>
            </a:pPr>
            <a:endParaRPr lang="en-US" sz="1400" dirty="0"/>
          </a:p>
          <a:p>
            <a:r>
              <a:rPr lang="en-US" sz="1400" b="1" dirty="0">
                <a:latin typeface="Arial"/>
                <a:cs typeface="Arial"/>
              </a:rPr>
              <a:t>Software options:</a:t>
            </a:r>
          </a:p>
          <a:p>
            <a:pPr lvl="1">
              <a:buFont typeface="Courier New"/>
              <a:buChar char="o"/>
            </a:pPr>
            <a:r>
              <a:rPr lang="en-US" sz="1400" dirty="0" err="1">
                <a:latin typeface="Arial"/>
                <a:cs typeface="Arial"/>
              </a:rPr>
              <a:t>Gitbash</a:t>
            </a:r>
            <a:r>
              <a:rPr lang="en-US" sz="1400" dirty="0">
                <a:latin typeface="Arial"/>
                <a:cs typeface="Arial"/>
              </a:rPr>
              <a:t>: </a:t>
            </a:r>
            <a:r>
              <a:rPr lang="en-US" sz="1400" dirty="0">
                <a:latin typeface="Arial"/>
                <a:cs typeface="Arial"/>
                <a:hlinkClick r:id="rId4"/>
              </a:rPr>
              <a:t>https://gitforwindows.org/</a:t>
            </a:r>
            <a:r>
              <a:rPr lang="en-US" sz="1400" dirty="0">
                <a:latin typeface="Arial"/>
                <a:cs typeface="Arial"/>
              </a:rPr>
              <a:t> </a:t>
            </a:r>
          </a:p>
          <a:p>
            <a:pPr lvl="1">
              <a:buFont typeface="Courier New"/>
              <a:buChar char="o"/>
            </a:pPr>
            <a:r>
              <a:rPr lang="en-US" sz="1400" dirty="0" err="1">
                <a:latin typeface="Arial"/>
                <a:cs typeface="Arial"/>
              </a:rPr>
              <a:t>Github</a:t>
            </a:r>
            <a:r>
              <a:rPr lang="en-US" sz="1400" dirty="0">
                <a:latin typeface="Arial"/>
                <a:cs typeface="Arial"/>
              </a:rPr>
              <a:t> Desktop: </a:t>
            </a:r>
            <a:r>
              <a:rPr lang="en-US" sz="1400" dirty="0">
                <a:latin typeface="Arial"/>
                <a:cs typeface="Arial"/>
                <a:hlinkClick r:id="rId5"/>
              </a:rPr>
              <a:t>https://desktop.github.com/</a:t>
            </a:r>
            <a:r>
              <a:rPr lang="en-US" sz="1400" dirty="0">
                <a:latin typeface="Arial"/>
                <a:cs typeface="Arial"/>
              </a:rPr>
              <a:t> </a:t>
            </a:r>
            <a:endParaRPr lang="en-US" sz="1400" dirty="0"/>
          </a:p>
          <a:p>
            <a:pPr lvl="1">
              <a:buFont typeface="Courier New"/>
              <a:buChar char="o"/>
            </a:pPr>
            <a:r>
              <a:rPr lang="en-US" sz="1400" dirty="0"/>
              <a:t>Tortoise Git: </a:t>
            </a:r>
            <a:r>
              <a:rPr lang="en-US" sz="1400" dirty="0">
                <a:hlinkClick r:id="rId6"/>
              </a:rPr>
              <a:t>https://tortoisegit.org/</a:t>
            </a:r>
            <a:r>
              <a:rPr lang="en-US" sz="1400" dirty="0"/>
              <a:t> </a:t>
            </a:r>
          </a:p>
          <a:p>
            <a:pPr marL="182880" lvl="1" indent="0">
              <a:buNone/>
            </a:pPr>
            <a:endParaRPr lang="en-US" sz="1400" b="1" dirty="0">
              <a:latin typeface="Arial"/>
              <a:cs typeface="Arial"/>
            </a:endParaRPr>
          </a:p>
          <a:p>
            <a:pPr marL="171450" indent="-171450">
              <a:buFont typeface="Arial"/>
              <a:buChar char="•"/>
            </a:pPr>
            <a:r>
              <a:rPr lang="en-US" sz="1400" b="1" dirty="0">
                <a:latin typeface="Arial"/>
                <a:cs typeface="Arial"/>
              </a:rPr>
              <a:t>Preferred R IDE:</a:t>
            </a:r>
          </a:p>
          <a:p>
            <a:pPr lvl="1">
              <a:buFont typeface="Courier New"/>
              <a:buChar char="o"/>
            </a:pPr>
            <a:r>
              <a:rPr lang="en-US" sz="1400" dirty="0">
                <a:latin typeface="Arial"/>
                <a:cs typeface="Arial"/>
              </a:rPr>
              <a:t>RStudio: </a:t>
            </a:r>
            <a:r>
              <a:rPr lang="en-US" sz="1400" dirty="0">
                <a:latin typeface="Arial"/>
                <a:cs typeface="Arial"/>
                <a:hlinkClick r:id="rId7"/>
              </a:rPr>
              <a:t>https://posit.co/download/rstudio-desktop/</a:t>
            </a:r>
            <a:r>
              <a:rPr lang="en-US" sz="1400" dirty="0">
                <a:latin typeface="Arial"/>
                <a:cs typeface="Arial"/>
              </a:rPr>
              <a:t> </a:t>
            </a:r>
            <a:endParaRPr lang="en-US" sz="1400" dirty="0"/>
          </a:p>
          <a:p>
            <a:pPr marL="0" indent="0">
              <a:buNone/>
            </a:pPr>
            <a:endParaRPr lang="en-US" sz="1400" dirty="0"/>
          </a:p>
          <a:p>
            <a:pPr marL="0" indent="0">
              <a:buNone/>
            </a:pPr>
            <a:endParaRPr lang="en-US" sz="1400" dirty="0"/>
          </a:p>
        </p:txBody>
      </p:sp>
    </p:spTree>
    <p:extLst>
      <p:ext uri="{BB962C8B-B14F-4D97-AF65-F5344CB8AC3E}">
        <p14:creationId xmlns:p14="http://schemas.microsoft.com/office/powerpoint/2010/main" val="4261668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7</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t>Step 2: Build the </a:t>
            </a:r>
            <a:r>
              <a:rPr lang="en-US" dirty="0" err="1"/>
              <a:t>VisionEval</a:t>
            </a:r>
            <a:r>
              <a:rPr lang="en-US" dirty="0"/>
              <a:t> model</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713016"/>
          </a:xfrm>
        </p:spPr>
        <p:txBody>
          <a:bodyPr/>
          <a:lstStyle/>
          <a:p>
            <a:r>
              <a:rPr lang="en-US" dirty="0"/>
              <a:t>Open the </a:t>
            </a:r>
            <a:r>
              <a:rPr lang="en-US" dirty="0" err="1"/>
              <a:t>VisionEval</a:t>
            </a:r>
            <a:r>
              <a:rPr lang="en-US" dirty="0"/>
              <a:t>-Dev folder on your local machine and open the </a:t>
            </a:r>
            <a:r>
              <a:rPr lang="en-US" dirty="0" err="1"/>
              <a:t>VisionEval</a:t>
            </a:r>
            <a:r>
              <a:rPr lang="en-US" dirty="0"/>
              <a:t>-Dev R project</a:t>
            </a:r>
          </a:p>
          <a:p>
            <a:endParaRPr lang="en-US" dirty="0"/>
          </a:p>
        </p:txBody>
      </p:sp>
      <p:sp>
        <p:nvSpPr>
          <p:cNvPr id="5" name="Text Placeholder 4">
            <a:extLst>
              <a:ext uri="{FF2B5EF4-FFF2-40B4-BE49-F238E27FC236}">
                <a16:creationId xmlns:a16="http://schemas.microsoft.com/office/drawing/2014/main" id="{B04D2D6C-6404-D953-DB40-B9778414A002}"/>
              </a:ext>
            </a:extLst>
          </p:cNvPr>
          <p:cNvSpPr>
            <a:spLocks noGrp="1"/>
          </p:cNvSpPr>
          <p:nvPr>
            <p:ph type="body" sz="quarter" idx="13"/>
          </p:nvPr>
        </p:nvSpPr>
        <p:spPr>
          <a:xfrm>
            <a:off x="838200" y="2238113"/>
            <a:ext cx="5124173" cy="1189733"/>
          </a:xfrm>
        </p:spPr>
        <p:txBody>
          <a:bodyPr vert="horz" lIns="0" tIns="45720" rIns="0" bIns="45720" rtlCol="0" anchor="t">
            <a:normAutofit/>
          </a:bodyPr>
          <a:lstStyle/>
          <a:p>
            <a:r>
              <a:rPr lang="en-US" dirty="0">
                <a:latin typeface="Arial"/>
                <a:cs typeface="Arial"/>
              </a:rPr>
              <a:t>Build the model by entering “</a:t>
            </a:r>
            <a:r>
              <a:rPr lang="en-US" dirty="0" err="1">
                <a:latin typeface="Arial"/>
                <a:cs typeface="Arial"/>
              </a:rPr>
              <a:t>ve.build</a:t>
            </a:r>
            <a:r>
              <a:rPr lang="en-US" dirty="0">
                <a:latin typeface="Arial"/>
                <a:cs typeface="Arial"/>
              </a:rPr>
              <a:t>()”.  Depending on the speed of the machine, this will likely take several hours. </a:t>
            </a:r>
            <a:endParaRPr lang="en-US" dirty="0"/>
          </a:p>
          <a:p>
            <a:r>
              <a:rPr lang="en-US" dirty="0">
                <a:latin typeface="Arial"/>
                <a:cs typeface="Arial"/>
              </a:rPr>
              <a:t>Once complete, open the </a:t>
            </a:r>
            <a:r>
              <a:rPr lang="en-US" dirty="0" err="1">
                <a:latin typeface="Arial"/>
                <a:cs typeface="Arial"/>
              </a:rPr>
              <a:t>ODOT_VE_Extras</a:t>
            </a:r>
            <a:r>
              <a:rPr lang="en-US" dirty="0">
                <a:latin typeface="Arial"/>
                <a:cs typeface="Arial"/>
              </a:rPr>
              <a:t> folder on your local machine. Open the “setup” batch file. </a:t>
            </a:r>
            <a:endParaRPr lang="en-US" dirty="0"/>
          </a:p>
          <a:p>
            <a:pPr marL="0" indent="0">
              <a:lnSpc>
                <a:spcPct val="110000"/>
              </a:lnSpc>
              <a:buNone/>
            </a:pPr>
            <a:endParaRPr lang="en-US" dirty="0"/>
          </a:p>
          <a:p>
            <a:pPr marL="0" indent="0">
              <a:lnSpc>
                <a:spcPct val="110000"/>
              </a:lnSpc>
              <a:buNone/>
            </a:pPr>
            <a:endParaRPr lang="en-US" dirty="0"/>
          </a:p>
          <a:p>
            <a:pPr marL="0" indent="0">
              <a:lnSpc>
                <a:spcPct val="110000"/>
              </a:lnSpc>
              <a:buNone/>
            </a:pPr>
            <a:endParaRPr lang="en-US" dirty="0"/>
          </a:p>
          <a:p>
            <a:pPr marL="0" indent="0">
              <a:buNone/>
            </a:pPr>
            <a:endParaRPr lang="en-US" dirty="0"/>
          </a:p>
        </p:txBody>
      </p:sp>
      <p:pic>
        <p:nvPicPr>
          <p:cNvPr id="7" name="Picture 6">
            <a:extLst>
              <a:ext uri="{FF2B5EF4-FFF2-40B4-BE49-F238E27FC236}">
                <a16:creationId xmlns:a16="http://schemas.microsoft.com/office/drawing/2014/main" id="{06683558-6AF1-A538-39C3-612A3614F0ED}"/>
              </a:ext>
            </a:extLst>
          </p:cNvPr>
          <p:cNvPicPr>
            <a:picLocks noChangeAspect="1"/>
          </p:cNvPicPr>
          <p:nvPr/>
        </p:nvPicPr>
        <p:blipFill>
          <a:blip r:embed="rId2"/>
          <a:stretch>
            <a:fillRect/>
          </a:stretch>
        </p:blipFill>
        <p:spPr>
          <a:xfrm>
            <a:off x="838489" y="3525807"/>
            <a:ext cx="5058055" cy="1352197"/>
          </a:xfrm>
          <a:prstGeom prst="rect">
            <a:avLst/>
          </a:prstGeom>
          <a:ln>
            <a:solidFill>
              <a:schemeClr val="tx2"/>
            </a:solidFill>
          </a:ln>
        </p:spPr>
      </p:pic>
      <p:sp>
        <p:nvSpPr>
          <p:cNvPr id="8" name="Text Placeholder 4">
            <a:extLst>
              <a:ext uri="{FF2B5EF4-FFF2-40B4-BE49-F238E27FC236}">
                <a16:creationId xmlns:a16="http://schemas.microsoft.com/office/drawing/2014/main" id="{C5192A5D-A55F-7DC0-9907-37BA8FF34ABF}"/>
              </a:ext>
            </a:extLst>
          </p:cNvPr>
          <p:cNvSpPr txBox="1">
            <a:spLocks/>
          </p:cNvSpPr>
          <p:nvPr/>
        </p:nvSpPr>
        <p:spPr>
          <a:xfrm>
            <a:off x="6851589" y="2240961"/>
            <a:ext cx="4718247" cy="3041322"/>
          </a:xfrm>
          <a:prstGeom prst="rect">
            <a:avLst/>
          </a:prstGeom>
        </p:spPr>
        <p:txBody>
          <a:bodyPr vert="horz" lIns="0" tIns="45720" rIns="0" bIns="45720" rtlCol="0" anchor="t">
            <a:normAutofit lnSpcReduction="10000"/>
          </a:bodyPr>
          <a:lstStyle>
            <a:lvl1pPr marL="182880" indent="-182880" algn="l" defTabSz="914400" rtl="0" eaLnBrk="1" fontAlgn="ctr" latinLnBrk="0" hangingPunct="1">
              <a:lnSpc>
                <a:spcPct val="110000"/>
              </a:lnSpc>
              <a:spcBef>
                <a:spcPts val="1000"/>
              </a:spcBef>
              <a:buClr>
                <a:srgbClr val="48484A"/>
              </a:buClr>
              <a:buSzPct val="150000"/>
              <a:buFont typeface="Arial" panose="020B0604020202020204" pitchFamily="34" charset="0"/>
              <a:buChar char="•"/>
              <a:defRPr sz="1200" b="0" i="0" kern="1200">
                <a:solidFill>
                  <a:srgbClr val="48484A"/>
                </a:solidFill>
                <a:latin typeface="Arial" panose="020B0604020202020204" pitchFamily="34" charset="0"/>
                <a:ea typeface="+mn-ea"/>
                <a:cs typeface="Arial" panose="020B0604020202020204" pitchFamily="34" charset="0"/>
              </a:defRPr>
            </a:lvl1pPr>
            <a:lvl2pPr marL="365760" indent="-182880" algn="l" defTabSz="914400" rtl="0" eaLnBrk="1" fontAlgn="ctr" latinLnBrk="0" hangingPunct="1">
              <a:lnSpc>
                <a:spcPct val="110000"/>
              </a:lnSpc>
              <a:spcBef>
                <a:spcPts val="500"/>
              </a:spcBef>
              <a:buClr>
                <a:srgbClr val="48484A"/>
              </a:buClr>
              <a:buSzPct val="100000"/>
              <a:buFont typeface="System Font Regular"/>
              <a:buChar char="–"/>
              <a:defRPr sz="1200" b="0" i="0" kern="1200">
                <a:solidFill>
                  <a:srgbClr val="48484A"/>
                </a:solidFill>
                <a:latin typeface="Arial" panose="020B0604020202020204" pitchFamily="34" charset="0"/>
                <a:ea typeface="+mn-ea"/>
                <a:cs typeface="Arial" panose="020B0604020202020204" pitchFamily="34" charset="0"/>
              </a:defRPr>
            </a:lvl2pPr>
            <a:lvl3pPr marL="548640" indent="-182880" algn="l" defTabSz="914400" rtl="0" eaLnBrk="1" fontAlgn="ctr" latinLnBrk="0" hangingPunct="1">
              <a:lnSpc>
                <a:spcPct val="110000"/>
              </a:lnSpc>
              <a:spcBef>
                <a:spcPts val="500"/>
              </a:spcBef>
              <a:buClr>
                <a:srgbClr val="48484A"/>
              </a:buClr>
              <a:buSzPct val="100000"/>
              <a:buFont typeface="Courier New" panose="02070309020205020404" pitchFamily="49" charset="0"/>
              <a:buChar char="o"/>
              <a:defRPr sz="1200" b="0" i="0" kern="1200">
                <a:solidFill>
                  <a:srgbClr val="48484A"/>
                </a:solidFill>
                <a:latin typeface="Arial" panose="020B0604020202020204" pitchFamily="34" charset="0"/>
                <a:ea typeface="+mn-ea"/>
                <a:cs typeface="Arial" panose="020B0604020202020204" pitchFamily="34" charset="0"/>
              </a:defRPr>
            </a:lvl3pPr>
            <a:lvl4pPr marL="548640" indent="0" algn="l" defTabSz="914400" rtl="0" eaLnBrk="1" fontAlgn="ctr" latinLnBrk="0" hangingPunct="1">
              <a:lnSpc>
                <a:spcPct val="110000"/>
              </a:lnSpc>
              <a:spcBef>
                <a:spcPts val="500"/>
              </a:spcBef>
              <a:buClr>
                <a:srgbClr val="48484A"/>
              </a:buClr>
              <a:buSzPct val="100000"/>
              <a:buFontTx/>
              <a:buNone/>
              <a:defRPr sz="1200" b="0" i="1" kern="1200">
                <a:solidFill>
                  <a:srgbClr val="48484A"/>
                </a:solidFill>
                <a:latin typeface="Arial" panose="020B0604020202020204" pitchFamily="34" charset="0"/>
                <a:ea typeface="+mn-ea"/>
                <a:cs typeface="Arial" panose="020B0604020202020204" pitchFamily="34" charset="0"/>
              </a:defRPr>
            </a:lvl4pPr>
            <a:lvl5pPr marL="731520" indent="-182880" algn="l" defTabSz="914400" rtl="0" eaLnBrk="1" fontAlgn="ctr" latinLnBrk="0" hangingPunct="1">
              <a:lnSpc>
                <a:spcPct val="110000"/>
              </a:lnSpc>
              <a:spcBef>
                <a:spcPts val="500"/>
              </a:spcBef>
              <a:buClr>
                <a:srgbClr val="48484A"/>
              </a:buClr>
              <a:buSzPct val="100000"/>
              <a:buFont typeface="Wingdings" pitchFamily="2" charset="2"/>
              <a:buChar char="§"/>
              <a:defRPr sz="1200" b="0" i="0" kern="1200">
                <a:solidFill>
                  <a:srgbClr val="48484A"/>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Arial"/>
                <a:cs typeface="Arial"/>
              </a:rPr>
              <a:t>ODOT VE Extras</a:t>
            </a:r>
          </a:p>
          <a:p>
            <a:pPr>
              <a:buFont typeface="Calibri" panose="020B0604020202020204" pitchFamily="34" charset="0"/>
              <a:buChar char="-"/>
            </a:pPr>
            <a:r>
              <a:rPr lang="en-US" dirty="0">
                <a:latin typeface="Arial"/>
                <a:cs typeface="Arial"/>
              </a:rPr>
              <a:t>This Repo stores ODOT specific </a:t>
            </a:r>
            <a:r>
              <a:rPr lang="en-US" dirty="0" err="1">
                <a:latin typeface="Arial"/>
                <a:cs typeface="Arial"/>
              </a:rPr>
              <a:t>VisionEval</a:t>
            </a:r>
            <a:r>
              <a:rPr lang="en-US" dirty="0">
                <a:latin typeface="Arial"/>
                <a:cs typeface="Arial"/>
              </a:rPr>
              <a:t> files such as packages for model runs, model variants (to reflect reference conditions as well as future STS and preferred scenarios, etc.), and any custom models for ODOT or Oregon </a:t>
            </a:r>
            <a:r>
              <a:rPr lang="en-US" dirty="0" err="1">
                <a:latin typeface="Arial"/>
                <a:cs typeface="Arial"/>
              </a:rPr>
              <a:t>MPOs</a:t>
            </a:r>
            <a:r>
              <a:rPr lang="en-US" dirty="0">
                <a:latin typeface="Arial"/>
                <a:cs typeface="Arial"/>
              </a:rPr>
              <a:t> (Salem, Central Lane). </a:t>
            </a:r>
          </a:p>
          <a:p>
            <a:pPr>
              <a:buFont typeface="Calibri" panose="020B0604020202020204" pitchFamily="34" charset="0"/>
              <a:buChar char="-"/>
            </a:pPr>
            <a:r>
              <a:rPr lang="en-US" dirty="0">
                <a:latin typeface="Arial"/>
                <a:cs typeface="Arial"/>
              </a:rPr>
              <a:t>Specifically, the synthetic population for Salem is created using ACS PUMS data in the </a:t>
            </a:r>
            <a:r>
              <a:rPr lang="en-US" dirty="0" err="1">
                <a:latin typeface="Arial"/>
                <a:cs typeface="Arial"/>
              </a:rPr>
              <a:t>VESimHouseholdsSKATS</a:t>
            </a:r>
            <a:r>
              <a:rPr lang="en-US" dirty="0">
                <a:latin typeface="Arial"/>
                <a:cs typeface="Arial"/>
              </a:rPr>
              <a:t> package, or customized for Oregon for VE-State using the </a:t>
            </a:r>
            <a:r>
              <a:rPr lang="en-US" dirty="0" err="1">
                <a:latin typeface="Arial"/>
                <a:cs typeface="Arial"/>
              </a:rPr>
              <a:t>VESimHouseholds</a:t>
            </a:r>
            <a:r>
              <a:rPr lang="en-US" dirty="0">
                <a:latin typeface="Arial"/>
                <a:cs typeface="Arial"/>
              </a:rPr>
              <a:t> package from the </a:t>
            </a:r>
            <a:r>
              <a:rPr lang="en-US" b="1" dirty="0">
                <a:latin typeface="Arial"/>
                <a:cs typeface="Arial"/>
              </a:rPr>
              <a:t>ODOT branch</a:t>
            </a:r>
            <a:r>
              <a:rPr lang="en-US" dirty="0">
                <a:latin typeface="Arial"/>
                <a:cs typeface="Arial"/>
              </a:rPr>
              <a:t> of </a:t>
            </a:r>
            <a:r>
              <a:rPr lang="en-US" dirty="0" err="1">
                <a:latin typeface="Arial"/>
                <a:cs typeface="Arial"/>
              </a:rPr>
              <a:t>VisionEval</a:t>
            </a:r>
            <a:r>
              <a:rPr lang="en-US" dirty="0">
                <a:latin typeface="Arial"/>
                <a:cs typeface="Arial"/>
              </a:rPr>
              <a:t>-Dev.</a:t>
            </a:r>
          </a:p>
          <a:p>
            <a:pPr>
              <a:buFont typeface="Calibri" panose="020B0604020202020204" pitchFamily="34" charset="0"/>
              <a:buChar char="-"/>
            </a:pPr>
            <a:r>
              <a:rPr lang="en-US" dirty="0">
                <a:latin typeface="Arial"/>
                <a:cs typeface="Arial"/>
              </a:rPr>
              <a:t>Powertrain and Fuels information are held in the VEPowertrainsAndFuelsAP2022 and </a:t>
            </a:r>
            <a:r>
              <a:rPr lang="en-US" dirty="0" err="1">
                <a:latin typeface="Arial"/>
                <a:cs typeface="Arial"/>
              </a:rPr>
              <a:t>VEPowertransAndFuelsSTS</a:t>
            </a:r>
            <a:r>
              <a:rPr lang="en-US" dirty="0">
                <a:latin typeface="Arial"/>
                <a:cs typeface="Arial"/>
              </a:rPr>
              <a:t>. </a:t>
            </a:r>
          </a:p>
          <a:p>
            <a:pPr>
              <a:buFont typeface="Calibri" panose="020B0604020202020204" pitchFamily="34" charset="0"/>
              <a:buChar char="-"/>
            </a:pPr>
            <a:r>
              <a:rPr lang="en-US" dirty="0">
                <a:latin typeface="Arial"/>
                <a:cs typeface="Arial"/>
              </a:rPr>
              <a:t>Teleworking and sensitivity to built land use form are both accounted for in the </a:t>
            </a:r>
            <a:r>
              <a:rPr lang="en-US" dirty="0" err="1">
                <a:latin typeface="Arial"/>
                <a:cs typeface="Arial"/>
              </a:rPr>
              <a:t>VETravelDemandWFH</a:t>
            </a:r>
            <a:r>
              <a:rPr lang="en-US" dirty="0">
                <a:latin typeface="Arial"/>
                <a:cs typeface="Arial"/>
              </a:rPr>
              <a:t> package.</a:t>
            </a:r>
          </a:p>
        </p:txBody>
      </p:sp>
    </p:spTree>
    <p:extLst>
      <p:ext uri="{BB962C8B-B14F-4D97-AF65-F5344CB8AC3E}">
        <p14:creationId xmlns:p14="http://schemas.microsoft.com/office/powerpoint/2010/main" val="477221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8</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t>Step 3: Install packages to the VE Library</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713016"/>
          </a:xfrm>
        </p:spPr>
        <p:txBody>
          <a:bodyPr/>
          <a:lstStyle/>
          <a:p>
            <a:r>
              <a:rPr lang="en-US" dirty="0"/>
              <a:t>Enter the following in the command window for the setup file:</a:t>
            </a:r>
          </a:p>
          <a:p>
            <a:endParaRPr lang="en-US" dirty="0"/>
          </a:p>
        </p:txBody>
      </p:sp>
      <p:sp>
        <p:nvSpPr>
          <p:cNvPr id="5" name="Text Placeholder 4">
            <a:extLst>
              <a:ext uri="{FF2B5EF4-FFF2-40B4-BE49-F238E27FC236}">
                <a16:creationId xmlns:a16="http://schemas.microsoft.com/office/drawing/2014/main" id="{B04D2D6C-6404-D953-DB40-B9778414A002}"/>
              </a:ext>
            </a:extLst>
          </p:cNvPr>
          <p:cNvSpPr>
            <a:spLocks noGrp="1"/>
          </p:cNvSpPr>
          <p:nvPr>
            <p:ph type="body" sz="quarter" idx="13"/>
          </p:nvPr>
        </p:nvSpPr>
        <p:spPr>
          <a:xfrm>
            <a:off x="838200" y="2238113"/>
            <a:ext cx="10792883" cy="1951735"/>
          </a:xfrm>
        </p:spPr>
        <p:txBody>
          <a:bodyPr vert="horz" lIns="0" tIns="45720" rIns="0" bIns="45720" rtlCol="0" anchor="t">
            <a:normAutofit/>
          </a:bodyPr>
          <a:lstStyle/>
          <a:p>
            <a:pPr>
              <a:lnSpc>
                <a:spcPct val="110000"/>
              </a:lnSpc>
            </a:pPr>
            <a:r>
              <a:rPr lang="en-US" dirty="0"/>
              <a:t>The user indicates whether they want to set the R and VE library. Enter “y” and press enter.</a:t>
            </a:r>
          </a:p>
          <a:p>
            <a:pPr lvl="1"/>
            <a:r>
              <a:rPr lang="en-US" dirty="0">
                <a:latin typeface="Arial"/>
                <a:cs typeface="Arial"/>
              </a:rPr>
              <a:t>The path to provide for R file should be the R installation directory for the R version you have used to install and build the </a:t>
            </a:r>
            <a:r>
              <a:rPr lang="en-US" dirty="0" err="1">
                <a:latin typeface="Arial"/>
                <a:cs typeface="Arial"/>
              </a:rPr>
              <a:t>VisionEval</a:t>
            </a:r>
            <a:r>
              <a:rPr lang="en-US" dirty="0">
                <a:latin typeface="Arial"/>
                <a:cs typeface="Arial"/>
              </a:rPr>
              <a:t> model (ex. “</a:t>
            </a:r>
            <a:r>
              <a:rPr lang="pt-BR" dirty="0">
                <a:latin typeface="Arial"/>
                <a:cs typeface="Arial"/>
              </a:rPr>
              <a:t>C:\Program Files\R\R-4.2.1”).</a:t>
            </a:r>
          </a:p>
          <a:p>
            <a:pPr lvl="1"/>
            <a:r>
              <a:rPr lang="pt-BR" dirty="0">
                <a:latin typeface="Arial"/>
                <a:cs typeface="Arial"/>
              </a:rPr>
              <a:t>The path to the VE library should be the “ve-lib” folder of the built model (ex. “C:\OrScen_VisionEval-Dev\built\visioneval\4.2.1\ve-lib”)</a:t>
            </a:r>
          </a:p>
          <a:p>
            <a:r>
              <a:rPr lang="pt-BR" dirty="0"/>
              <a:t>A prompt will appear to choose which VE packages to install. You may choose an individual package by entering the corresponding number and pressing enter, or install all by choosing the number for “All Modules.”</a:t>
            </a:r>
          </a:p>
          <a:p>
            <a:r>
              <a:rPr lang="en-US" dirty="0">
                <a:latin typeface="Arial"/>
                <a:cs typeface="Arial"/>
              </a:rPr>
              <a:t>Verify the packages have built in the VE Library path.</a:t>
            </a:r>
          </a:p>
          <a:p>
            <a:pPr marL="0" indent="0">
              <a:lnSpc>
                <a:spcPct val="110000"/>
              </a:lnSpc>
              <a:buNone/>
            </a:pPr>
            <a:endParaRPr lang="en-US" dirty="0"/>
          </a:p>
          <a:p>
            <a:pPr marL="0" indent="0">
              <a:lnSpc>
                <a:spcPct val="110000"/>
              </a:lnSpc>
              <a:buNone/>
            </a:pPr>
            <a:endParaRPr lang="en-US" dirty="0"/>
          </a:p>
          <a:p>
            <a:pPr marL="0" indent="0">
              <a:buNone/>
            </a:pPr>
            <a:endParaRPr lang="en-US" dirty="0"/>
          </a:p>
          <a:p>
            <a:pPr marL="0" indent="0">
              <a:buNone/>
            </a:pPr>
            <a:endParaRPr lang="en-US" dirty="0"/>
          </a:p>
          <a:p>
            <a:pPr marL="0" indent="0">
              <a:buNone/>
            </a:pPr>
            <a:endParaRPr lang="en-US" dirty="0"/>
          </a:p>
        </p:txBody>
      </p:sp>
      <p:pic>
        <p:nvPicPr>
          <p:cNvPr id="8" name="Picture 7">
            <a:extLst>
              <a:ext uri="{FF2B5EF4-FFF2-40B4-BE49-F238E27FC236}">
                <a16:creationId xmlns:a16="http://schemas.microsoft.com/office/drawing/2014/main" id="{B00580AC-31EE-78B5-62DF-CCB67FBBCBFD}"/>
              </a:ext>
            </a:extLst>
          </p:cNvPr>
          <p:cNvPicPr>
            <a:picLocks noChangeAspect="1"/>
          </p:cNvPicPr>
          <p:nvPr/>
        </p:nvPicPr>
        <p:blipFill>
          <a:blip r:embed="rId2"/>
          <a:stretch>
            <a:fillRect/>
          </a:stretch>
        </p:blipFill>
        <p:spPr>
          <a:xfrm>
            <a:off x="5762446" y="3622086"/>
            <a:ext cx="3939992" cy="2910725"/>
          </a:xfrm>
          <a:prstGeom prst="rect">
            <a:avLst/>
          </a:prstGeom>
          <a:ln>
            <a:solidFill>
              <a:schemeClr val="tx2"/>
            </a:solidFill>
          </a:ln>
        </p:spPr>
      </p:pic>
      <p:sp>
        <p:nvSpPr>
          <p:cNvPr id="6" name="TextBox 5">
            <a:extLst>
              <a:ext uri="{FF2B5EF4-FFF2-40B4-BE49-F238E27FC236}">
                <a16:creationId xmlns:a16="http://schemas.microsoft.com/office/drawing/2014/main" id="{2981D801-C1B9-3836-8AD1-18F5F7EB104A}"/>
              </a:ext>
            </a:extLst>
          </p:cNvPr>
          <p:cNvSpPr txBox="1"/>
          <p:nvPr/>
        </p:nvSpPr>
        <p:spPr>
          <a:xfrm>
            <a:off x="836775" y="4262214"/>
            <a:ext cx="396311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cs typeface="Arial"/>
              </a:rPr>
              <a:t>Note: the Batch file may quit unexpectedly without installing all the packages. This often occurs if a package required a dependency that hasn't been installed. For example, the package "</a:t>
            </a:r>
            <a:r>
              <a:rPr lang="en-US" sz="1200" dirty="0" err="1">
                <a:cs typeface="Arial"/>
              </a:rPr>
              <a:t>sn</a:t>
            </a:r>
            <a:r>
              <a:rPr lang="en-US" sz="1200" dirty="0">
                <a:cs typeface="Arial"/>
              </a:rPr>
              <a:t>" is required. </a:t>
            </a:r>
          </a:p>
          <a:p>
            <a:pPr algn="l"/>
            <a:endParaRPr lang="en-US" sz="1200" dirty="0">
              <a:cs typeface="Arial"/>
            </a:endParaRPr>
          </a:p>
          <a:p>
            <a:r>
              <a:rPr lang="en-US" sz="1200" dirty="0">
                <a:cs typeface="Arial"/>
              </a:rPr>
              <a:t>There is a package by package process that may need to be followed if the batch file process fails to install all the necessary packages. </a:t>
            </a:r>
            <a:r>
              <a:rPr lang="en-US" sz="1200" dirty="0">
                <a:solidFill>
                  <a:srgbClr val="FF0000"/>
                </a:solidFill>
                <a:highlight>
                  <a:srgbClr val="FFFF00"/>
                </a:highlight>
                <a:cs typeface="Arial"/>
              </a:rPr>
              <a:t>See the next slide step 4.</a:t>
            </a:r>
          </a:p>
        </p:txBody>
      </p:sp>
    </p:spTree>
    <p:extLst>
      <p:ext uri="{BB962C8B-B14F-4D97-AF65-F5344CB8AC3E}">
        <p14:creationId xmlns:p14="http://schemas.microsoft.com/office/powerpoint/2010/main" val="1415438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9</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t>Step 4: Troubleshooting install issues</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584775"/>
          </a:xfrm>
        </p:spPr>
        <p:txBody>
          <a:bodyPr/>
          <a:lstStyle/>
          <a:p>
            <a:r>
              <a:rPr lang="en-US" dirty="0"/>
              <a:t>If the package has not built in the VE Library or displays an error, additional dependency installations may be required. </a:t>
            </a:r>
          </a:p>
        </p:txBody>
      </p:sp>
      <p:sp>
        <p:nvSpPr>
          <p:cNvPr id="5" name="Text Placeholder 4">
            <a:extLst>
              <a:ext uri="{FF2B5EF4-FFF2-40B4-BE49-F238E27FC236}">
                <a16:creationId xmlns:a16="http://schemas.microsoft.com/office/drawing/2014/main" id="{B04D2D6C-6404-D953-DB40-B9778414A002}"/>
              </a:ext>
            </a:extLst>
          </p:cNvPr>
          <p:cNvSpPr>
            <a:spLocks noGrp="1"/>
          </p:cNvSpPr>
          <p:nvPr>
            <p:ph type="body" sz="quarter" idx="13"/>
          </p:nvPr>
        </p:nvSpPr>
        <p:spPr>
          <a:xfrm>
            <a:off x="838200" y="2238113"/>
            <a:ext cx="10792883" cy="4095304"/>
          </a:xfrm>
        </p:spPr>
        <p:txBody>
          <a:bodyPr vert="horz" lIns="0" tIns="45720" rIns="0" bIns="45720" rtlCol="0" anchor="t">
            <a:normAutofit/>
          </a:bodyPr>
          <a:lstStyle/>
          <a:p>
            <a:pPr>
              <a:lnSpc>
                <a:spcPct val="110000"/>
              </a:lnSpc>
            </a:pPr>
            <a:r>
              <a:rPr lang="en-US" dirty="0"/>
              <a:t>Open the </a:t>
            </a:r>
            <a:r>
              <a:rPr lang="en-US" dirty="0" err="1"/>
              <a:t>ODOT_VE_Extras</a:t>
            </a:r>
            <a:r>
              <a:rPr lang="en-US" dirty="0"/>
              <a:t> folder and open the </a:t>
            </a:r>
            <a:r>
              <a:rPr lang="en-US" dirty="0" err="1"/>
              <a:t>VisionEval</a:t>
            </a:r>
            <a:r>
              <a:rPr lang="en-US" dirty="0"/>
              <a:t>-dev R project.</a:t>
            </a:r>
          </a:p>
          <a:p>
            <a:pPr>
              <a:lnSpc>
                <a:spcPct val="110000"/>
              </a:lnSpc>
            </a:pPr>
            <a:r>
              <a:rPr lang="en-US" dirty="0">
                <a:latin typeface="Arial"/>
                <a:cs typeface="Arial"/>
              </a:rPr>
              <a:t>Use the “</a:t>
            </a:r>
            <a:r>
              <a:rPr lang="en-US" i="1" dirty="0" err="1">
                <a:latin typeface="Arial"/>
                <a:cs typeface="Arial"/>
              </a:rPr>
              <a:t>install.packages</a:t>
            </a:r>
            <a:r>
              <a:rPr lang="en-US" dirty="0">
                <a:latin typeface="Arial"/>
                <a:cs typeface="Arial"/>
              </a:rPr>
              <a:t>” command to install the desired VE modules (the additional commands “type” and “repos” are required as pictured).</a:t>
            </a:r>
          </a:p>
          <a:p>
            <a:pPr marL="0" indent="0">
              <a:lnSpc>
                <a:spcPct val="110000"/>
              </a:lnSpc>
              <a:buNone/>
            </a:pPr>
            <a:endParaRPr lang="en-US" dirty="0"/>
          </a:p>
          <a:p>
            <a:pPr marL="0" indent="0">
              <a:lnSpc>
                <a:spcPct val="110000"/>
              </a:lnSpc>
              <a:buNone/>
            </a:pPr>
            <a:endParaRPr lang="en-US" dirty="0"/>
          </a:p>
          <a:p>
            <a:pPr marL="0" indent="0">
              <a:lnSpc>
                <a:spcPct val="110000"/>
              </a:lnSpc>
              <a:buNone/>
            </a:pPr>
            <a:endParaRPr lang="en-US" dirty="0"/>
          </a:p>
          <a:p>
            <a:pPr lvl="1"/>
            <a:r>
              <a:rPr lang="en-US" dirty="0"/>
              <a:t>Install attempts may display a specific error or R packages that need to be installed prior to installing the VE module:</a:t>
            </a:r>
          </a:p>
          <a:p>
            <a:pPr marL="0" indent="0">
              <a:lnSpc>
                <a:spcPct val="110000"/>
              </a:lnSpc>
              <a:buNone/>
            </a:pPr>
            <a:endParaRPr lang="en-US" dirty="0"/>
          </a:p>
          <a:p>
            <a:pPr marL="0" indent="0">
              <a:lnSpc>
                <a:spcPct val="110000"/>
              </a:lnSpc>
              <a:buNone/>
            </a:pPr>
            <a:endParaRPr lang="en-US" dirty="0"/>
          </a:p>
          <a:p>
            <a:pPr marL="0" indent="0">
              <a:buNone/>
            </a:pPr>
            <a:endParaRPr lang="en-US" dirty="0"/>
          </a:p>
          <a:p>
            <a:pPr lvl="1"/>
            <a:r>
              <a:rPr lang="en-US" dirty="0"/>
              <a:t>In this case, the user needs to enter </a:t>
            </a:r>
            <a:r>
              <a:rPr lang="en-US" i="1" dirty="0" err="1"/>
              <a:t>install.packages</a:t>
            </a:r>
            <a:r>
              <a:rPr lang="en-US" i="1" dirty="0"/>
              <a:t>(“</a:t>
            </a:r>
            <a:r>
              <a:rPr lang="en-US" i="1" dirty="0" err="1"/>
              <a:t>sn</a:t>
            </a:r>
            <a:r>
              <a:rPr lang="en-US" i="1" dirty="0"/>
              <a:t>”)</a:t>
            </a:r>
            <a:r>
              <a:rPr lang="en-US" dirty="0"/>
              <a:t> to install the </a:t>
            </a:r>
            <a:r>
              <a:rPr lang="en-US" i="1" dirty="0" err="1"/>
              <a:t>sn</a:t>
            </a:r>
            <a:r>
              <a:rPr lang="en-US" i="1" dirty="0"/>
              <a:t> </a:t>
            </a:r>
            <a:r>
              <a:rPr lang="en-US" dirty="0"/>
              <a:t>package prior to installing </a:t>
            </a:r>
            <a:r>
              <a:rPr lang="en-US" i="1" dirty="0" err="1"/>
              <a:t>VETravelDemandWFH</a:t>
            </a:r>
            <a:r>
              <a:rPr lang="en-US" dirty="0"/>
              <a:t>.</a:t>
            </a:r>
          </a:p>
          <a:p>
            <a:r>
              <a:rPr lang="en-US" dirty="0"/>
              <a:t>Using this method will install the packages directly into the VE Library of the built runtime.</a:t>
            </a:r>
          </a:p>
        </p:txBody>
      </p:sp>
      <p:pic>
        <p:nvPicPr>
          <p:cNvPr id="10" name="Picture 9">
            <a:extLst>
              <a:ext uri="{FF2B5EF4-FFF2-40B4-BE49-F238E27FC236}">
                <a16:creationId xmlns:a16="http://schemas.microsoft.com/office/drawing/2014/main" id="{B8E2232E-1650-8790-3C3E-6CC8D923DC4E}"/>
              </a:ext>
            </a:extLst>
          </p:cNvPr>
          <p:cNvPicPr>
            <a:picLocks noChangeAspect="1"/>
          </p:cNvPicPr>
          <p:nvPr/>
        </p:nvPicPr>
        <p:blipFill rotWithShape="1">
          <a:blip r:embed="rId2"/>
          <a:srcRect b="70743"/>
          <a:stretch/>
        </p:blipFill>
        <p:spPr>
          <a:xfrm>
            <a:off x="838200" y="2955239"/>
            <a:ext cx="8389672" cy="815130"/>
          </a:xfrm>
          <a:prstGeom prst="rect">
            <a:avLst/>
          </a:prstGeom>
        </p:spPr>
      </p:pic>
      <p:pic>
        <p:nvPicPr>
          <p:cNvPr id="11" name="Picture 10">
            <a:extLst>
              <a:ext uri="{FF2B5EF4-FFF2-40B4-BE49-F238E27FC236}">
                <a16:creationId xmlns:a16="http://schemas.microsoft.com/office/drawing/2014/main" id="{990B8A50-8D1E-E477-0D21-675D0F109FAE}"/>
              </a:ext>
            </a:extLst>
          </p:cNvPr>
          <p:cNvPicPr>
            <a:picLocks noChangeAspect="1"/>
          </p:cNvPicPr>
          <p:nvPr/>
        </p:nvPicPr>
        <p:blipFill rotWithShape="1">
          <a:blip r:embed="rId3"/>
          <a:srcRect b="43051"/>
          <a:stretch/>
        </p:blipFill>
        <p:spPr>
          <a:xfrm>
            <a:off x="898584" y="4273404"/>
            <a:ext cx="7768647" cy="677969"/>
          </a:xfrm>
          <a:prstGeom prst="rect">
            <a:avLst/>
          </a:prstGeom>
        </p:spPr>
      </p:pic>
      <p:sp>
        <p:nvSpPr>
          <p:cNvPr id="7" name="Speech Bubble: Rectangle with Corners Rounded 6">
            <a:extLst>
              <a:ext uri="{FF2B5EF4-FFF2-40B4-BE49-F238E27FC236}">
                <a16:creationId xmlns:a16="http://schemas.microsoft.com/office/drawing/2014/main" id="{F5FFF513-5295-32B0-1B46-00FE671B81D6}"/>
              </a:ext>
            </a:extLst>
          </p:cNvPr>
          <p:cNvSpPr/>
          <p:nvPr/>
        </p:nvSpPr>
        <p:spPr>
          <a:xfrm>
            <a:off x="9787467" y="2898987"/>
            <a:ext cx="2201333" cy="1225973"/>
          </a:xfrm>
          <a:prstGeom prst="wedgeRoundRectCallout">
            <a:avLst>
              <a:gd name="adj1" fmla="val -94347"/>
              <a:gd name="adj2" fmla="val -364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Replace the package name with the one you want to install from </a:t>
            </a:r>
            <a:r>
              <a:rPr lang="en-US" sz="1400" dirty="0" err="1"/>
              <a:t>VE_Extras</a:t>
            </a:r>
            <a:r>
              <a:rPr lang="en-US" sz="1400" dirty="0"/>
              <a:t> </a:t>
            </a:r>
          </a:p>
        </p:txBody>
      </p:sp>
    </p:spTree>
    <p:extLst>
      <p:ext uri="{BB962C8B-B14F-4D97-AF65-F5344CB8AC3E}">
        <p14:creationId xmlns:p14="http://schemas.microsoft.com/office/powerpoint/2010/main" val="1491248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10</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t>Step 5: Install and run a VE Model</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338554"/>
          </a:xfrm>
        </p:spPr>
        <p:txBody>
          <a:bodyPr/>
          <a:lstStyle/>
          <a:p>
            <a:r>
              <a:rPr lang="en-US" dirty="0"/>
              <a:t>Open the R project </a:t>
            </a:r>
            <a:r>
              <a:rPr lang="en-US" dirty="0" err="1"/>
              <a:t>VisionEval</a:t>
            </a:r>
            <a:r>
              <a:rPr lang="en-US" dirty="0"/>
              <a:t> in “</a:t>
            </a:r>
            <a:r>
              <a:rPr lang="it-IT" dirty="0"/>
              <a:t>C:\VisionEval-Dev-metro\built\visioneval\4.2.1\runtime</a:t>
            </a:r>
            <a:r>
              <a:rPr lang="en-US" dirty="0"/>
              <a:t>”</a:t>
            </a:r>
          </a:p>
        </p:txBody>
      </p:sp>
      <p:sp>
        <p:nvSpPr>
          <p:cNvPr id="5" name="Text Placeholder 4">
            <a:extLst>
              <a:ext uri="{FF2B5EF4-FFF2-40B4-BE49-F238E27FC236}">
                <a16:creationId xmlns:a16="http://schemas.microsoft.com/office/drawing/2014/main" id="{B04D2D6C-6404-D953-DB40-B9778414A002}"/>
              </a:ext>
            </a:extLst>
          </p:cNvPr>
          <p:cNvSpPr>
            <a:spLocks noGrp="1"/>
          </p:cNvSpPr>
          <p:nvPr>
            <p:ph type="body" sz="quarter" idx="13"/>
          </p:nvPr>
        </p:nvSpPr>
        <p:spPr>
          <a:xfrm>
            <a:off x="838199" y="2295085"/>
            <a:ext cx="5630333" cy="2414631"/>
          </a:xfrm>
        </p:spPr>
        <p:txBody>
          <a:bodyPr vert="horz" lIns="0" tIns="45720" rIns="0" bIns="45720" rtlCol="0" anchor="t">
            <a:normAutofit/>
          </a:bodyPr>
          <a:lstStyle/>
          <a:p>
            <a:r>
              <a:rPr lang="en-US" dirty="0">
                <a:latin typeface="Arial"/>
                <a:cs typeface="Arial"/>
              </a:rPr>
              <a:t>Open "C:\</a:t>
            </a:r>
            <a:r>
              <a:rPr lang="pt-BR" dirty="0">
                <a:latin typeface="Arial"/>
                <a:cs typeface="Arial"/>
              </a:rPr>
              <a:t>OrScen_VisionEval-Dev</a:t>
            </a:r>
            <a:r>
              <a:rPr lang="en-US" dirty="0">
                <a:latin typeface="Arial"/>
                <a:cs typeface="Arial"/>
              </a:rPr>
              <a:t>\built\</a:t>
            </a:r>
            <a:r>
              <a:rPr lang="en-US" dirty="0" err="1">
                <a:latin typeface="Arial"/>
                <a:cs typeface="Arial"/>
              </a:rPr>
              <a:t>visioneval</a:t>
            </a:r>
            <a:r>
              <a:rPr lang="en-US" dirty="0">
                <a:latin typeface="Arial"/>
                <a:cs typeface="Arial"/>
              </a:rPr>
              <a:t>\4.2.1\runtime\</a:t>
            </a:r>
            <a:r>
              <a:rPr lang="en-US" dirty="0" err="1">
                <a:latin typeface="Arial"/>
                <a:cs typeface="Arial"/>
              </a:rPr>
              <a:t>VisionEval.Rproj</a:t>
            </a:r>
            <a:r>
              <a:rPr lang="en-US" dirty="0">
                <a:latin typeface="Arial"/>
                <a:cs typeface="Arial"/>
              </a:rPr>
              <a:t>"</a:t>
            </a:r>
            <a:endParaRPr lang="en-US" dirty="0"/>
          </a:p>
          <a:p>
            <a:r>
              <a:rPr lang="en-US" dirty="0">
                <a:latin typeface="Arial"/>
                <a:cs typeface="Arial"/>
              </a:rPr>
              <a:t>R Studio should open to the Runtime environment for </a:t>
            </a:r>
            <a:r>
              <a:rPr lang="en-US" dirty="0" err="1">
                <a:latin typeface="Arial"/>
                <a:cs typeface="Arial"/>
              </a:rPr>
              <a:t>VisionEval</a:t>
            </a:r>
            <a:r>
              <a:rPr lang="en-US" dirty="0">
                <a:latin typeface="Arial"/>
                <a:cs typeface="Arial"/>
              </a:rPr>
              <a:t>.</a:t>
            </a:r>
            <a:endParaRPr lang="en-US" dirty="0"/>
          </a:p>
          <a:p>
            <a:pPr>
              <a:lnSpc>
                <a:spcPct val="110000"/>
              </a:lnSpc>
            </a:pPr>
            <a:endParaRPr lang="en-US" dirty="0"/>
          </a:p>
          <a:p>
            <a:pPr marL="0" indent="0">
              <a:buNone/>
            </a:pPr>
            <a:endParaRPr lang="en-US" dirty="0"/>
          </a:p>
          <a:p>
            <a:pPr marL="0" indent="0">
              <a:buNone/>
            </a:pPr>
            <a:endParaRPr lang="en-US" dirty="0"/>
          </a:p>
        </p:txBody>
      </p:sp>
      <p:pic>
        <p:nvPicPr>
          <p:cNvPr id="6" name="Picture 5" descr="A screenshot of a computer&#10;&#10;Description automatically generated">
            <a:extLst>
              <a:ext uri="{FF2B5EF4-FFF2-40B4-BE49-F238E27FC236}">
                <a16:creationId xmlns:a16="http://schemas.microsoft.com/office/drawing/2014/main" id="{077096E9-8093-2F3A-FA65-D13EE239AAA2}"/>
              </a:ext>
            </a:extLst>
          </p:cNvPr>
          <p:cNvPicPr>
            <a:picLocks noChangeAspect="1"/>
          </p:cNvPicPr>
          <p:nvPr/>
        </p:nvPicPr>
        <p:blipFill rotWithShape="1">
          <a:blip r:embed="rId2"/>
          <a:srcRect r="41935"/>
          <a:stretch/>
        </p:blipFill>
        <p:spPr>
          <a:xfrm>
            <a:off x="6796648" y="2122206"/>
            <a:ext cx="2564691" cy="4479420"/>
          </a:xfrm>
          <a:prstGeom prst="rect">
            <a:avLst/>
          </a:prstGeom>
        </p:spPr>
      </p:pic>
      <p:sp>
        <p:nvSpPr>
          <p:cNvPr id="7" name="Arrow: Right 6">
            <a:extLst>
              <a:ext uri="{FF2B5EF4-FFF2-40B4-BE49-F238E27FC236}">
                <a16:creationId xmlns:a16="http://schemas.microsoft.com/office/drawing/2014/main" id="{2B5DB3EC-D027-8AFC-B3E8-EABB903D5A8F}"/>
              </a:ext>
            </a:extLst>
          </p:cNvPr>
          <p:cNvSpPr/>
          <p:nvPr/>
        </p:nvSpPr>
        <p:spPr>
          <a:xfrm>
            <a:off x="5821822" y="6152971"/>
            <a:ext cx="847457" cy="3774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4656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B97DA-7E37-F319-B726-ED1A2550C7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3954E2-C032-9CAF-2B4E-852292C24481}"/>
              </a:ext>
            </a:extLst>
          </p:cNvPr>
          <p:cNvSpPr>
            <a:spLocks noGrp="1"/>
          </p:cNvSpPr>
          <p:nvPr>
            <p:ph type="sldNum" sz="quarter" idx="10"/>
          </p:nvPr>
        </p:nvSpPr>
        <p:spPr/>
        <p:txBody>
          <a:bodyPr/>
          <a:lstStyle/>
          <a:p>
            <a:fld id="{F4510120-A876-4642-B753-556A5424CAF0}" type="slidenum">
              <a:rPr lang="en-US" smtClean="0"/>
              <a:pPr/>
              <a:t>11</a:t>
            </a:fld>
            <a:endParaRPr lang="en-US" dirty="0"/>
          </a:p>
        </p:txBody>
      </p:sp>
      <p:sp>
        <p:nvSpPr>
          <p:cNvPr id="3" name="Title 2">
            <a:extLst>
              <a:ext uri="{FF2B5EF4-FFF2-40B4-BE49-F238E27FC236}">
                <a16:creationId xmlns:a16="http://schemas.microsoft.com/office/drawing/2014/main" id="{00CAC652-8AB6-7F4A-8649-0DEB80C19170}"/>
              </a:ext>
            </a:extLst>
          </p:cNvPr>
          <p:cNvSpPr>
            <a:spLocks noGrp="1"/>
          </p:cNvSpPr>
          <p:nvPr>
            <p:ph type="title"/>
          </p:nvPr>
        </p:nvSpPr>
        <p:spPr>
          <a:xfrm>
            <a:off x="838201" y="580153"/>
            <a:ext cx="10515600" cy="480131"/>
          </a:xfrm>
        </p:spPr>
        <p:txBody>
          <a:bodyPr/>
          <a:lstStyle/>
          <a:p>
            <a:r>
              <a:rPr lang="en-US" dirty="0"/>
              <a:t>Step 5: Install and run a VE Model</a:t>
            </a:r>
          </a:p>
        </p:txBody>
      </p:sp>
      <p:sp>
        <p:nvSpPr>
          <p:cNvPr id="5" name="Text Placeholder 4">
            <a:extLst>
              <a:ext uri="{FF2B5EF4-FFF2-40B4-BE49-F238E27FC236}">
                <a16:creationId xmlns:a16="http://schemas.microsoft.com/office/drawing/2014/main" id="{0D47BB76-8B4B-417D-0135-C56CCEEBF52C}"/>
              </a:ext>
            </a:extLst>
          </p:cNvPr>
          <p:cNvSpPr>
            <a:spLocks noGrp="1"/>
          </p:cNvSpPr>
          <p:nvPr>
            <p:ph type="body" sz="quarter" idx="13"/>
          </p:nvPr>
        </p:nvSpPr>
        <p:spPr>
          <a:xfrm>
            <a:off x="852444" y="2302933"/>
            <a:ext cx="6401796" cy="3766988"/>
          </a:xfrm>
        </p:spPr>
        <p:txBody>
          <a:bodyPr vert="horz" lIns="0" tIns="45720" rIns="0" bIns="45720" rtlCol="0" anchor="t">
            <a:normAutofit/>
          </a:bodyPr>
          <a:lstStyle/>
          <a:p>
            <a:pPr>
              <a:lnSpc>
                <a:spcPct val="110000"/>
              </a:lnSpc>
            </a:pPr>
            <a:r>
              <a:rPr lang="en-US" dirty="0"/>
              <a:t>To view the available VE variants enter </a:t>
            </a:r>
            <a:r>
              <a:rPr lang="en-US" i="1" dirty="0" err="1"/>
              <a:t>showModelIndex</a:t>
            </a:r>
            <a:r>
              <a:rPr lang="en-US" i="1" dirty="0"/>
              <a:t>(). </a:t>
            </a:r>
          </a:p>
          <a:p>
            <a:pPr>
              <a:lnSpc>
                <a:spcPct val="110000"/>
              </a:lnSpc>
            </a:pPr>
            <a:r>
              <a:rPr lang="en-US" dirty="0"/>
              <a:t>Oregon VE-State models are found in the </a:t>
            </a:r>
            <a:r>
              <a:rPr lang="en-US" i="1" dirty="0" err="1"/>
              <a:t>VEStateVariants</a:t>
            </a:r>
            <a:r>
              <a:rPr lang="en-US" dirty="0"/>
              <a:t> package</a:t>
            </a:r>
          </a:p>
          <a:p>
            <a:pPr lvl="1"/>
            <a:r>
              <a:rPr lang="en-US" dirty="0" err="1"/>
              <a:t>Odot</a:t>
            </a:r>
            <a:r>
              <a:rPr lang="en-US" dirty="0"/>
              <a:t>-</a:t>
            </a:r>
            <a:r>
              <a:rPr lang="en-US" dirty="0" err="1"/>
              <a:t>wfh</a:t>
            </a:r>
            <a:r>
              <a:rPr lang="en-US" dirty="0"/>
              <a:t>-</a:t>
            </a:r>
            <a:r>
              <a:rPr lang="en-US" dirty="0" err="1"/>
              <a:t>sld</a:t>
            </a:r>
            <a:r>
              <a:rPr lang="en-US" dirty="0"/>
              <a:t>-dl</a:t>
            </a:r>
          </a:p>
          <a:p>
            <a:pPr lvl="1"/>
            <a:r>
              <a:rPr lang="en-US" dirty="0"/>
              <a:t>Odotmm-AP22</a:t>
            </a:r>
          </a:p>
          <a:p>
            <a:pPr lvl="1"/>
            <a:r>
              <a:rPr lang="en-US" dirty="0"/>
              <a:t>Odotmm-ap22-wfh</a:t>
            </a:r>
          </a:p>
          <a:p>
            <a:pPr lvl="1"/>
            <a:r>
              <a:rPr lang="en-US" dirty="0" err="1"/>
              <a:t>odotWFH</a:t>
            </a:r>
            <a:r>
              <a:rPr lang="en-US" dirty="0"/>
              <a:t>-STS</a:t>
            </a:r>
          </a:p>
          <a:p>
            <a:pPr lvl="1"/>
            <a:r>
              <a:rPr lang="en-US" dirty="0" err="1"/>
              <a:t>Odot</a:t>
            </a:r>
            <a:r>
              <a:rPr lang="en-US" dirty="0"/>
              <a:t>-STS</a:t>
            </a:r>
          </a:p>
          <a:p>
            <a:pPr lvl="1"/>
            <a:r>
              <a:rPr lang="en-US" dirty="0" err="1"/>
              <a:t>Odotmm</a:t>
            </a:r>
            <a:r>
              <a:rPr lang="en-US" dirty="0"/>
              <a:t>-dl</a:t>
            </a:r>
          </a:p>
          <a:p>
            <a:pPr marL="0" indent="0">
              <a:lnSpc>
                <a:spcPct val="110000"/>
              </a:lnSpc>
              <a:buNone/>
            </a:pPr>
            <a:endParaRPr lang="en-US" dirty="0"/>
          </a:p>
          <a:p>
            <a:r>
              <a:rPr lang="en-US" dirty="0">
                <a:latin typeface="Arial"/>
                <a:cs typeface="Arial"/>
              </a:rPr>
              <a:t>There are the SKATS </a:t>
            </a:r>
            <a:r>
              <a:rPr lang="en-US" dirty="0" err="1">
                <a:latin typeface="Arial"/>
                <a:cs typeface="Arial"/>
              </a:rPr>
              <a:t>RSPM</a:t>
            </a:r>
            <a:r>
              <a:rPr lang="en-US" dirty="0">
                <a:latin typeface="Arial"/>
                <a:cs typeface="Arial"/>
              </a:rPr>
              <a:t> variants as well shown in the </a:t>
            </a:r>
            <a:r>
              <a:rPr lang="en-US" i="1" dirty="0" err="1">
                <a:latin typeface="Arial"/>
                <a:cs typeface="Arial"/>
              </a:rPr>
              <a:t>VESKATSRSPM</a:t>
            </a:r>
            <a:r>
              <a:rPr lang="en-US" dirty="0">
                <a:latin typeface="Arial"/>
                <a:cs typeface="Arial"/>
              </a:rPr>
              <a:t> package</a:t>
            </a:r>
          </a:p>
          <a:p>
            <a:r>
              <a:rPr lang="en-US" dirty="0">
                <a:latin typeface="Arial"/>
                <a:cs typeface="Arial"/>
              </a:rPr>
              <a:t>Select a variant and install using the following </a:t>
            </a:r>
            <a:r>
              <a:rPr lang="en-US" i="1" dirty="0" err="1">
                <a:latin typeface="Arial"/>
                <a:cs typeface="Arial"/>
              </a:rPr>
              <a:t>installModel</a:t>
            </a:r>
            <a:r>
              <a:rPr lang="en-US" i="1" dirty="0">
                <a:latin typeface="Arial"/>
                <a:cs typeface="Arial"/>
              </a:rPr>
              <a:t> </a:t>
            </a:r>
            <a:r>
              <a:rPr lang="en-US" dirty="0">
                <a:latin typeface="Arial"/>
                <a:cs typeface="Arial"/>
              </a:rPr>
              <a:t>command structure:</a:t>
            </a:r>
          </a:p>
          <a:p>
            <a:pPr lvl="1"/>
            <a:r>
              <a:rPr lang="en-US" i="1" dirty="0" err="1">
                <a:latin typeface="Arial"/>
                <a:cs typeface="Arial"/>
              </a:rPr>
              <a:t>installModel</a:t>
            </a:r>
            <a:r>
              <a:rPr lang="en-US" i="1" dirty="0">
                <a:latin typeface="Arial"/>
                <a:cs typeface="Arial"/>
              </a:rPr>
              <a:t>(“VE-State”, “</a:t>
            </a:r>
            <a:r>
              <a:rPr lang="en-US" i="1" dirty="0" err="1">
                <a:latin typeface="Arial"/>
                <a:cs typeface="Arial"/>
              </a:rPr>
              <a:t>odot</a:t>
            </a:r>
            <a:r>
              <a:rPr lang="en-US" i="1" dirty="0">
                <a:latin typeface="Arial"/>
                <a:cs typeface="Arial"/>
              </a:rPr>
              <a:t>-</a:t>
            </a:r>
            <a:r>
              <a:rPr lang="en-US" i="1" dirty="0" err="1">
                <a:latin typeface="Arial"/>
                <a:cs typeface="Arial"/>
              </a:rPr>
              <a:t>wfh</a:t>
            </a:r>
            <a:r>
              <a:rPr lang="en-US" i="1" dirty="0">
                <a:latin typeface="Arial"/>
                <a:cs typeface="Arial"/>
              </a:rPr>
              <a:t>-</a:t>
            </a:r>
            <a:r>
              <a:rPr lang="en-US" i="1" dirty="0" err="1">
                <a:latin typeface="Arial"/>
                <a:cs typeface="Arial"/>
              </a:rPr>
              <a:t>sld</a:t>
            </a:r>
            <a:r>
              <a:rPr lang="en-US" i="1" dirty="0">
                <a:latin typeface="Arial"/>
                <a:cs typeface="Arial"/>
              </a:rPr>
              <a:t>-dl”)</a:t>
            </a:r>
            <a:r>
              <a:rPr lang="en-US" dirty="0">
                <a:latin typeface="Arial"/>
                <a:cs typeface="Arial"/>
              </a:rPr>
              <a:t>, and enter “y” when prompted</a:t>
            </a:r>
            <a:endParaRPr lang="en-US" i="1" dirty="0">
              <a:latin typeface="Arial"/>
              <a:cs typeface="Arial"/>
            </a:endParaRPr>
          </a:p>
        </p:txBody>
      </p:sp>
      <p:sp>
        <p:nvSpPr>
          <p:cNvPr id="8" name="Text Placeholder 7">
            <a:extLst>
              <a:ext uri="{FF2B5EF4-FFF2-40B4-BE49-F238E27FC236}">
                <a16:creationId xmlns:a16="http://schemas.microsoft.com/office/drawing/2014/main" id="{EFB90287-6496-8717-B32E-348B7146CA14}"/>
              </a:ext>
            </a:extLst>
          </p:cNvPr>
          <p:cNvSpPr>
            <a:spLocks noGrp="1"/>
          </p:cNvSpPr>
          <p:nvPr>
            <p:ph type="body" sz="quarter" idx="12"/>
          </p:nvPr>
        </p:nvSpPr>
        <p:spPr/>
        <p:txBody>
          <a:bodyPr vert="horz" wrap="square" lIns="0" tIns="45720" rIns="0" bIns="45720" rtlCol="0" anchor="t">
            <a:spAutoFit/>
          </a:bodyPr>
          <a:lstStyle/>
          <a:p>
            <a:r>
              <a:rPr lang="en-US" dirty="0">
                <a:latin typeface="Arial"/>
                <a:cs typeface="Arial"/>
              </a:rPr>
              <a:t>Install VERSPM Metro variant</a:t>
            </a:r>
            <a:endParaRPr lang="en-US" dirty="0"/>
          </a:p>
        </p:txBody>
      </p:sp>
      <p:sp>
        <p:nvSpPr>
          <p:cNvPr id="10" name="TextBox 9">
            <a:extLst>
              <a:ext uri="{FF2B5EF4-FFF2-40B4-BE49-F238E27FC236}">
                <a16:creationId xmlns:a16="http://schemas.microsoft.com/office/drawing/2014/main" id="{C175EB88-D831-B47B-5F4C-DF90542F9CA5}"/>
              </a:ext>
            </a:extLst>
          </p:cNvPr>
          <p:cNvSpPr txBox="1"/>
          <p:nvPr/>
        </p:nvSpPr>
        <p:spPr>
          <a:xfrm>
            <a:off x="7675855" y="649502"/>
            <a:ext cx="4186528" cy="738664"/>
          </a:xfrm>
          <a:prstGeom prst="rect">
            <a:avLst/>
          </a:prstGeom>
          <a:solidFill>
            <a:schemeClr val="accent1">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cs typeface="Arial"/>
              </a:rPr>
              <a:t>Variants </a:t>
            </a:r>
            <a:r>
              <a:rPr lang="en-US" sz="1400" dirty="0">
                <a:cs typeface="Arial"/>
              </a:rPr>
              <a:t>are specific </a:t>
            </a:r>
            <a:r>
              <a:rPr lang="en-US" sz="1400" dirty="0" err="1">
                <a:cs typeface="Arial"/>
              </a:rPr>
              <a:t>VisionEval</a:t>
            </a:r>
            <a:r>
              <a:rPr lang="en-US" sz="1400" dirty="0">
                <a:cs typeface="Arial"/>
              </a:rPr>
              <a:t> models with unique run scripts, input files, and packages that are called during the </a:t>
            </a:r>
            <a:r>
              <a:rPr lang="en-US" sz="1400" dirty="0" err="1">
                <a:cs typeface="Arial"/>
              </a:rPr>
              <a:t>run_model.R</a:t>
            </a:r>
            <a:r>
              <a:rPr lang="en-US" sz="1400" dirty="0">
                <a:cs typeface="Arial"/>
              </a:rPr>
              <a:t> script.</a:t>
            </a:r>
          </a:p>
        </p:txBody>
      </p:sp>
      <p:pic>
        <p:nvPicPr>
          <p:cNvPr id="11" name="Picture 10">
            <a:extLst>
              <a:ext uri="{FF2B5EF4-FFF2-40B4-BE49-F238E27FC236}">
                <a16:creationId xmlns:a16="http://schemas.microsoft.com/office/drawing/2014/main" id="{7ECA5BCC-4D05-FCE4-C250-80C5897C0117}"/>
              </a:ext>
            </a:extLst>
          </p:cNvPr>
          <p:cNvPicPr>
            <a:picLocks noChangeAspect="1"/>
          </p:cNvPicPr>
          <p:nvPr/>
        </p:nvPicPr>
        <p:blipFill>
          <a:blip r:embed="rId2"/>
          <a:stretch>
            <a:fillRect/>
          </a:stretch>
        </p:blipFill>
        <p:spPr>
          <a:xfrm>
            <a:off x="7675855" y="1428632"/>
            <a:ext cx="4220950" cy="4919246"/>
          </a:xfrm>
          <a:prstGeom prst="rect">
            <a:avLst/>
          </a:prstGeom>
        </p:spPr>
      </p:pic>
    </p:spTree>
    <p:extLst>
      <p:ext uri="{BB962C8B-B14F-4D97-AF65-F5344CB8AC3E}">
        <p14:creationId xmlns:p14="http://schemas.microsoft.com/office/powerpoint/2010/main" val="592064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12</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t>Step 5 (</a:t>
            </a:r>
            <a:r>
              <a:rPr lang="en-US" dirty="0" err="1"/>
              <a:t>con’t</a:t>
            </a:r>
            <a:r>
              <a:rPr lang="en-US" dirty="0"/>
              <a:t>): Install and run a VE Model</a:t>
            </a:r>
          </a:p>
        </p:txBody>
      </p:sp>
      <p:sp>
        <p:nvSpPr>
          <p:cNvPr id="4" name="Text Placeholder 3">
            <a:extLst>
              <a:ext uri="{FF2B5EF4-FFF2-40B4-BE49-F238E27FC236}">
                <a16:creationId xmlns:a16="http://schemas.microsoft.com/office/drawing/2014/main" id="{FCED4F34-6688-6D88-41CC-129BA3C90C9A}"/>
              </a:ext>
            </a:extLst>
          </p:cNvPr>
          <p:cNvSpPr>
            <a:spLocks noGrp="1"/>
          </p:cNvSpPr>
          <p:nvPr>
            <p:ph type="body" sz="quarter" idx="12"/>
          </p:nvPr>
        </p:nvSpPr>
        <p:spPr>
          <a:xfrm>
            <a:off x="838200" y="1600200"/>
            <a:ext cx="10515600" cy="338554"/>
          </a:xfrm>
        </p:spPr>
        <p:txBody>
          <a:bodyPr vert="horz" wrap="square" lIns="0" tIns="45720" rIns="0" bIns="45720" rtlCol="0" anchor="t">
            <a:spAutoFit/>
          </a:bodyPr>
          <a:lstStyle/>
          <a:p>
            <a:r>
              <a:rPr lang="en-US" dirty="0">
                <a:latin typeface="Arial"/>
                <a:cs typeface="Arial"/>
              </a:rPr>
              <a:t>Set the Model Configuration</a:t>
            </a:r>
            <a:endParaRPr lang="en-US" dirty="0"/>
          </a:p>
        </p:txBody>
      </p:sp>
      <p:pic>
        <p:nvPicPr>
          <p:cNvPr id="9" name="Picture 8" descr="A screenshot of a computer&#10;&#10;Description automatically generated">
            <a:extLst>
              <a:ext uri="{FF2B5EF4-FFF2-40B4-BE49-F238E27FC236}">
                <a16:creationId xmlns:a16="http://schemas.microsoft.com/office/drawing/2014/main" id="{4A170FBA-A105-BFFE-6765-2342C8F947E0}"/>
              </a:ext>
            </a:extLst>
          </p:cNvPr>
          <p:cNvPicPr>
            <a:picLocks noChangeAspect="1"/>
          </p:cNvPicPr>
          <p:nvPr/>
        </p:nvPicPr>
        <p:blipFill>
          <a:blip r:embed="rId2"/>
          <a:stretch>
            <a:fillRect/>
          </a:stretch>
        </p:blipFill>
        <p:spPr>
          <a:xfrm>
            <a:off x="4887174" y="1766130"/>
            <a:ext cx="6362960" cy="4408206"/>
          </a:xfrm>
          <a:prstGeom prst="rect">
            <a:avLst/>
          </a:prstGeom>
        </p:spPr>
      </p:pic>
      <p:sp>
        <p:nvSpPr>
          <p:cNvPr id="11" name="Text Placeholder 4">
            <a:extLst>
              <a:ext uri="{FF2B5EF4-FFF2-40B4-BE49-F238E27FC236}">
                <a16:creationId xmlns:a16="http://schemas.microsoft.com/office/drawing/2014/main" id="{F7010405-61DE-00D4-1A32-840EB40F0E95}"/>
              </a:ext>
            </a:extLst>
          </p:cNvPr>
          <p:cNvSpPr>
            <a:spLocks noGrp="1"/>
          </p:cNvSpPr>
          <p:nvPr>
            <p:ph type="body" sz="quarter" idx="13"/>
          </p:nvPr>
        </p:nvSpPr>
        <p:spPr>
          <a:xfrm>
            <a:off x="838200" y="2109926"/>
            <a:ext cx="3692754" cy="2585547"/>
          </a:xfrm>
        </p:spPr>
        <p:txBody>
          <a:bodyPr vert="horz" lIns="0" tIns="45720" rIns="0" bIns="45720" rtlCol="0" anchor="t">
            <a:normAutofit lnSpcReduction="10000"/>
          </a:bodyPr>
          <a:lstStyle/>
          <a:p>
            <a:r>
              <a:rPr lang="en-US" dirty="0">
                <a:latin typeface="Arial"/>
                <a:cs typeface="Arial"/>
              </a:rPr>
              <a:t>After the model has been installed. Three folders are added to the </a:t>
            </a:r>
            <a:r>
              <a:rPr lang="en-US" i="1" dirty="0">
                <a:latin typeface="Arial"/>
                <a:cs typeface="Arial"/>
              </a:rPr>
              <a:t>models/ "name of installed model"</a:t>
            </a:r>
            <a:endParaRPr lang="en-US" i="1" dirty="0"/>
          </a:p>
          <a:p>
            <a:r>
              <a:rPr lang="en-US" dirty="0">
                <a:latin typeface="Arial"/>
                <a:cs typeface="Arial"/>
              </a:rPr>
              <a:t>Open up the</a:t>
            </a:r>
            <a:r>
              <a:rPr lang="en-US" i="1" dirty="0">
                <a:latin typeface="Arial"/>
                <a:cs typeface="Arial"/>
              </a:rPr>
              <a:t> </a:t>
            </a:r>
            <a:r>
              <a:rPr lang="en-US" b="1" i="1" dirty="0">
                <a:latin typeface="Arial"/>
                <a:cs typeface="Arial"/>
              </a:rPr>
              <a:t>.</a:t>
            </a:r>
            <a:r>
              <a:rPr lang="en-US" b="1" i="1" dirty="0" err="1">
                <a:latin typeface="Arial"/>
                <a:cs typeface="Arial"/>
              </a:rPr>
              <a:t>cnf</a:t>
            </a:r>
            <a:r>
              <a:rPr lang="en-US" b="1" i="1" dirty="0">
                <a:latin typeface="Arial"/>
                <a:cs typeface="Arial"/>
              </a:rPr>
              <a:t> file.</a:t>
            </a:r>
            <a:r>
              <a:rPr lang="en-US" i="1" dirty="0">
                <a:latin typeface="Arial"/>
                <a:cs typeface="Arial"/>
              </a:rPr>
              <a:t>  </a:t>
            </a:r>
            <a:r>
              <a:rPr lang="en-US" dirty="0">
                <a:latin typeface="Arial"/>
                <a:cs typeface="Arial"/>
              </a:rPr>
              <a:t>This file provides background information on the model variant. Most importantly it includes information on the base year of the model and the model years it will include when it runs. </a:t>
            </a:r>
          </a:p>
          <a:p>
            <a:r>
              <a:rPr lang="en-US" dirty="0">
                <a:latin typeface="Arial"/>
                <a:cs typeface="Arial"/>
              </a:rPr>
              <a:t>The example shows the two years of 2005 and 2010 being run. Additional years can be run (as long as inputs have been provided). Note – the base year model year needs to be included in the "Years". </a:t>
            </a:r>
          </a:p>
        </p:txBody>
      </p:sp>
      <p:sp>
        <p:nvSpPr>
          <p:cNvPr id="5" name="Speech Bubble: Rectangle with Corners Rounded 4">
            <a:extLst>
              <a:ext uri="{FF2B5EF4-FFF2-40B4-BE49-F238E27FC236}">
                <a16:creationId xmlns:a16="http://schemas.microsoft.com/office/drawing/2014/main" id="{998322C1-7CC9-7D79-EB60-A7B6815C027E}"/>
              </a:ext>
            </a:extLst>
          </p:cNvPr>
          <p:cNvSpPr/>
          <p:nvPr/>
        </p:nvSpPr>
        <p:spPr>
          <a:xfrm>
            <a:off x="1645920" y="4964852"/>
            <a:ext cx="2885034" cy="1209483"/>
          </a:xfrm>
          <a:prstGeom prst="wedgeRoundRectCallout">
            <a:avLst>
              <a:gd name="adj1" fmla="val 131880"/>
              <a:gd name="adj2" fmla="val -5352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shows a </a:t>
            </a:r>
            <a:r>
              <a:rPr lang="en-US" dirty="0" err="1"/>
              <a:t>RSPM</a:t>
            </a:r>
            <a:r>
              <a:rPr lang="en-US" dirty="0"/>
              <a:t>, but each model variant has its own config file (.</a:t>
            </a:r>
            <a:r>
              <a:rPr lang="en-US" dirty="0" err="1"/>
              <a:t>cnf</a:t>
            </a:r>
            <a:r>
              <a:rPr lang="en-US" dirty="0"/>
              <a:t>)</a:t>
            </a:r>
          </a:p>
        </p:txBody>
      </p:sp>
    </p:spTree>
    <p:extLst>
      <p:ext uri="{BB962C8B-B14F-4D97-AF65-F5344CB8AC3E}">
        <p14:creationId xmlns:p14="http://schemas.microsoft.com/office/powerpoint/2010/main" val="552638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A093C-5FF9-D082-DDD0-D7A0D5F832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87EEBF-0D01-1F54-8ABB-482A478F5199}"/>
              </a:ext>
            </a:extLst>
          </p:cNvPr>
          <p:cNvSpPr>
            <a:spLocks noGrp="1"/>
          </p:cNvSpPr>
          <p:nvPr>
            <p:ph type="sldNum" sz="quarter" idx="10"/>
          </p:nvPr>
        </p:nvSpPr>
        <p:spPr/>
        <p:txBody>
          <a:bodyPr/>
          <a:lstStyle/>
          <a:p>
            <a:fld id="{F4510120-A876-4642-B753-556A5424CAF0}" type="slidenum">
              <a:rPr lang="en-US" smtClean="0"/>
              <a:pPr/>
              <a:t>13</a:t>
            </a:fld>
            <a:endParaRPr lang="en-US" dirty="0"/>
          </a:p>
        </p:txBody>
      </p:sp>
      <p:sp>
        <p:nvSpPr>
          <p:cNvPr id="3" name="Title 2">
            <a:extLst>
              <a:ext uri="{FF2B5EF4-FFF2-40B4-BE49-F238E27FC236}">
                <a16:creationId xmlns:a16="http://schemas.microsoft.com/office/drawing/2014/main" id="{279368E6-3AF6-ECCE-7564-27C5D6C6B209}"/>
              </a:ext>
            </a:extLst>
          </p:cNvPr>
          <p:cNvSpPr>
            <a:spLocks noGrp="1"/>
          </p:cNvSpPr>
          <p:nvPr>
            <p:ph type="title"/>
          </p:nvPr>
        </p:nvSpPr>
        <p:spPr>
          <a:xfrm>
            <a:off x="838201" y="580153"/>
            <a:ext cx="10515600" cy="480131"/>
          </a:xfrm>
        </p:spPr>
        <p:txBody>
          <a:bodyPr/>
          <a:lstStyle/>
          <a:p>
            <a:r>
              <a:rPr lang="en-US" dirty="0"/>
              <a:t>Step 5 (</a:t>
            </a:r>
            <a:r>
              <a:rPr lang="en-US" dirty="0" err="1"/>
              <a:t>con’t</a:t>
            </a:r>
            <a:r>
              <a:rPr lang="en-US" dirty="0"/>
              <a:t>): Install and run a VE Model</a:t>
            </a:r>
          </a:p>
        </p:txBody>
      </p:sp>
      <p:sp>
        <p:nvSpPr>
          <p:cNvPr id="4" name="Text Placeholder 3">
            <a:extLst>
              <a:ext uri="{FF2B5EF4-FFF2-40B4-BE49-F238E27FC236}">
                <a16:creationId xmlns:a16="http://schemas.microsoft.com/office/drawing/2014/main" id="{21432D2F-A5A6-FDF5-8016-0D9EE49E2513}"/>
              </a:ext>
            </a:extLst>
          </p:cNvPr>
          <p:cNvSpPr>
            <a:spLocks noGrp="1"/>
          </p:cNvSpPr>
          <p:nvPr>
            <p:ph type="body" sz="quarter" idx="12"/>
          </p:nvPr>
        </p:nvSpPr>
        <p:spPr>
          <a:xfrm>
            <a:off x="838200" y="1600200"/>
            <a:ext cx="10515600" cy="338554"/>
          </a:xfrm>
        </p:spPr>
        <p:txBody>
          <a:bodyPr/>
          <a:lstStyle/>
          <a:p>
            <a:r>
              <a:rPr lang="en-US" dirty="0"/>
              <a:t>Open the model and run </a:t>
            </a:r>
          </a:p>
        </p:txBody>
      </p:sp>
      <p:sp>
        <p:nvSpPr>
          <p:cNvPr id="5" name="Text Placeholder 4">
            <a:extLst>
              <a:ext uri="{FF2B5EF4-FFF2-40B4-BE49-F238E27FC236}">
                <a16:creationId xmlns:a16="http://schemas.microsoft.com/office/drawing/2014/main" id="{6D66CDF2-FC06-0ACC-BA58-C5FBADCC6070}"/>
              </a:ext>
            </a:extLst>
          </p:cNvPr>
          <p:cNvSpPr>
            <a:spLocks noGrp="1"/>
          </p:cNvSpPr>
          <p:nvPr>
            <p:ph type="body" sz="quarter" idx="13"/>
          </p:nvPr>
        </p:nvSpPr>
        <p:spPr>
          <a:xfrm>
            <a:off x="838200" y="2238113"/>
            <a:ext cx="8435669" cy="4109546"/>
          </a:xfrm>
        </p:spPr>
        <p:txBody>
          <a:bodyPr vert="horz" lIns="0" tIns="45720" rIns="0" bIns="45720" rtlCol="0" anchor="t">
            <a:normAutofit/>
          </a:bodyPr>
          <a:lstStyle/>
          <a:p>
            <a:pPr>
              <a:lnSpc>
                <a:spcPct val="110000"/>
              </a:lnSpc>
            </a:pPr>
            <a:r>
              <a:rPr lang="en-US" dirty="0"/>
              <a:t>To run the model, first store the model as an R object named </a:t>
            </a:r>
            <a:r>
              <a:rPr lang="en-US" i="1" dirty="0"/>
              <a:t>Model </a:t>
            </a:r>
            <a:r>
              <a:rPr lang="en-US" dirty="0"/>
              <a:t>using:</a:t>
            </a:r>
            <a:endParaRPr lang="en-US" i="1" dirty="0"/>
          </a:p>
          <a:p>
            <a:pPr lvl="1"/>
            <a:r>
              <a:rPr lang="en-US" i="1" dirty="0">
                <a:latin typeface="Arial"/>
                <a:cs typeface="Arial"/>
              </a:rPr>
              <a:t>Model &lt;- </a:t>
            </a:r>
            <a:r>
              <a:rPr lang="en-US" i="1" dirty="0" err="1">
                <a:latin typeface="Arial"/>
                <a:cs typeface="Arial"/>
              </a:rPr>
              <a:t>openModel</a:t>
            </a:r>
            <a:r>
              <a:rPr lang="en-US" i="1" dirty="0">
                <a:latin typeface="Arial"/>
                <a:cs typeface="Arial"/>
              </a:rPr>
              <a:t>(“</a:t>
            </a:r>
            <a:r>
              <a:rPr lang="en-US" dirty="0" err="1"/>
              <a:t>odot</a:t>
            </a:r>
            <a:r>
              <a:rPr lang="en-US" dirty="0"/>
              <a:t>-</a:t>
            </a:r>
            <a:r>
              <a:rPr lang="en-US" dirty="0" err="1"/>
              <a:t>wfh</a:t>
            </a:r>
            <a:r>
              <a:rPr lang="en-US" dirty="0"/>
              <a:t>-</a:t>
            </a:r>
            <a:r>
              <a:rPr lang="en-US" dirty="0" err="1"/>
              <a:t>sld</a:t>
            </a:r>
            <a:r>
              <a:rPr lang="en-US" dirty="0"/>
              <a:t>-dl</a:t>
            </a:r>
            <a:r>
              <a:rPr lang="en-US" i="1" dirty="0">
                <a:latin typeface="Arial"/>
                <a:cs typeface="Arial"/>
              </a:rPr>
              <a:t>”)</a:t>
            </a:r>
          </a:p>
          <a:p>
            <a:pPr lvl="1"/>
            <a:r>
              <a:rPr lang="en-US" dirty="0">
                <a:latin typeface="Arial"/>
                <a:cs typeface="Arial"/>
              </a:rPr>
              <a:t>Then enter </a:t>
            </a:r>
            <a:r>
              <a:rPr lang="en-US" i="1" dirty="0" err="1">
                <a:latin typeface="Arial"/>
                <a:cs typeface="Arial"/>
              </a:rPr>
              <a:t>Model$run</a:t>
            </a:r>
            <a:r>
              <a:rPr lang="en-US" i="1" dirty="0">
                <a:latin typeface="Arial"/>
                <a:cs typeface="Arial"/>
              </a:rPr>
              <a:t>()</a:t>
            </a:r>
            <a:r>
              <a:rPr lang="en-US" dirty="0">
                <a:latin typeface="Arial"/>
                <a:cs typeface="Arial"/>
              </a:rPr>
              <a:t> and ensure the model initializes. </a:t>
            </a:r>
            <a:r>
              <a:rPr lang="en-US" dirty="0" err="1">
                <a:latin typeface="Arial"/>
                <a:cs typeface="Arial"/>
              </a:rPr>
              <a:t>VisionEval</a:t>
            </a:r>
            <a:r>
              <a:rPr lang="en-US" dirty="0">
                <a:latin typeface="Arial"/>
                <a:cs typeface="Arial"/>
              </a:rPr>
              <a:t> uses this process to validate that the inputs are all in the anticipated format and there are no missing values across the various geographic levels.</a:t>
            </a:r>
            <a:endParaRPr lang="en-US" dirty="0"/>
          </a:p>
          <a:p>
            <a:endParaRPr lang="en-US" i="1" dirty="0"/>
          </a:p>
          <a:p>
            <a:pPr>
              <a:lnSpc>
                <a:spcPct val="110000"/>
              </a:lnSpc>
            </a:pPr>
            <a:endParaRPr lang="en-US" dirty="0"/>
          </a:p>
          <a:p>
            <a:pPr>
              <a:lnSpc>
                <a:spcPct val="110000"/>
              </a:lnSpc>
            </a:pPr>
            <a:endParaRPr lang="en-US" dirty="0"/>
          </a:p>
          <a:p>
            <a:pPr>
              <a:lnSpc>
                <a:spcPct val="110000"/>
              </a:lnSpc>
            </a:pPr>
            <a:endParaRPr lang="en-US" dirty="0"/>
          </a:p>
          <a:p>
            <a:pPr>
              <a:lnSpc>
                <a:spcPct val="110000"/>
              </a:lnSpc>
            </a:pPr>
            <a:endParaRPr lang="en-US" dirty="0"/>
          </a:p>
          <a:p>
            <a:pPr marL="0" indent="0">
              <a:lnSpc>
                <a:spcPct val="110000"/>
              </a:lnSpc>
              <a:buNone/>
            </a:pPr>
            <a:endParaRPr lang="en-US" dirty="0"/>
          </a:p>
          <a:p>
            <a:pPr marL="0" indent="0">
              <a:lnSpc>
                <a:spcPct val="110000"/>
              </a:lnSpc>
              <a:buNone/>
            </a:pPr>
            <a:endParaRPr lang="en-US" dirty="0"/>
          </a:p>
          <a:p>
            <a:pPr marL="0" indent="0">
              <a:buNone/>
            </a:pPr>
            <a:endParaRPr lang="en-US" dirty="0"/>
          </a:p>
        </p:txBody>
      </p:sp>
    </p:spTree>
    <p:extLst>
      <p:ext uri="{BB962C8B-B14F-4D97-AF65-F5344CB8AC3E}">
        <p14:creationId xmlns:p14="http://schemas.microsoft.com/office/powerpoint/2010/main" val="533370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D1694-3DF0-9C15-74FC-EAA8193525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05BD5A-9F24-745D-88C4-93BEE124D89A}"/>
              </a:ext>
            </a:extLst>
          </p:cNvPr>
          <p:cNvSpPr>
            <a:spLocks noGrp="1"/>
          </p:cNvSpPr>
          <p:nvPr>
            <p:ph type="sldNum" sz="quarter" idx="10"/>
          </p:nvPr>
        </p:nvSpPr>
        <p:spPr/>
        <p:txBody>
          <a:bodyPr/>
          <a:lstStyle/>
          <a:p>
            <a:fld id="{F4510120-A876-4642-B753-556A5424CAF0}" type="slidenum">
              <a:rPr lang="en-US" smtClean="0"/>
              <a:pPr/>
              <a:t>14</a:t>
            </a:fld>
            <a:endParaRPr lang="en-US" dirty="0"/>
          </a:p>
        </p:txBody>
      </p:sp>
      <p:sp>
        <p:nvSpPr>
          <p:cNvPr id="3" name="Title 2">
            <a:extLst>
              <a:ext uri="{FF2B5EF4-FFF2-40B4-BE49-F238E27FC236}">
                <a16:creationId xmlns:a16="http://schemas.microsoft.com/office/drawing/2014/main" id="{953F3C06-A730-2F3E-799F-8B8290BB18DB}"/>
              </a:ext>
            </a:extLst>
          </p:cNvPr>
          <p:cNvSpPr>
            <a:spLocks noGrp="1"/>
          </p:cNvSpPr>
          <p:nvPr>
            <p:ph type="title"/>
          </p:nvPr>
        </p:nvSpPr>
        <p:spPr>
          <a:xfrm>
            <a:off x="838201" y="580153"/>
            <a:ext cx="10515600" cy="480131"/>
          </a:xfrm>
        </p:spPr>
        <p:txBody>
          <a:bodyPr/>
          <a:lstStyle/>
          <a:p>
            <a:r>
              <a:rPr lang="en-US" dirty="0">
                <a:latin typeface="Arial"/>
                <a:cs typeface="Arial"/>
              </a:rPr>
              <a:t>Step 6: Extract Model Results</a:t>
            </a:r>
          </a:p>
        </p:txBody>
      </p:sp>
      <p:sp>
        <p:nvSpPr>
          <p:cNvPr id="4" name="Text Placeholder 3">
            <a:extLst>
              <a:ext uri="{FF2B5EF4-FFF2-40B4-BE49-F238E27FC236}">
                <a16:creationId xmlns:a16="http://schemas.microsoft.com/office/drawing/2014/main" id="{525C70D5-5BE8-E6CC-AC8B-C215CAA24916}"/>
              </a:ext>
            </a:extLst>
          </p:cNvPr>
          <p:cNvSpPr>
            <a:spLocks noGrp="1"/>
          </p:cNvSpPr>
          <p:nvPr>
            <p:ph type="body" sz="quarter" idx="12"/>
          </p:nvPr>
        </p:nvSpPr>
        <p:spPr>
          <a:xfrm>
            <a:off x="838200" y="1600200"/>
            <a:ext cx="10515600" cy="338554"/>
          </a:xfrm>
        </p:spPr>
        <p:txBody>
          <a:bodyPr vert="horz" wrap="square" lIns="0" tIns="45720" rIns="0" bIns="45720" rtlCol="0" anchor="t">
            <a:spAutoFit/>
          </a:bodyPr>
          <a:lstStyle/>
          <a:p>
            <a:r>
              <a:rPr lang="en-US" dirty="0">
                <a:latin typeface="Arial"/>
                <a:cs typeface="Arial"/>
              </a:rPr>
              <a:t>Extract VE Model Run Results and Filter to the Target Rule Area</a:t>
            </a:r>
            <a:endParaRPr lang="en-US" dirty="0"/>
          </a:p>
        </p:txBody>
      </p:sp>
      <p:sp>
        <p:nvSpPr>
          <p:cNvPr id="5" name="Text Placeholder 4">
            <a:extLst>
              <a:ext uri="{FF2B5EF4-FFF2-40B4-BE49-F238E27FC236}">
                <a16:creationId xmlns:a16="http://schemas.microsoft.com/office/drawing/2014/main" id="{5A0F18FE-8ED3-FD40-C5A8-8F31C4B7B508}"/>
              </a:ext>
            </a:extLst>
          </p:cNvPr>
          <p:cNvSpPr>
            <a:spLocks noGrp="1"/>
          </p:cNvSpPr>
          <p:nvPr>
            <p:ph type="body" sz="quarter" idx="13"/>
          </p:nvPr>
        </p:nvSpPr>
        <p:spPr>
          <a:xfrm>
            <a:off x="838200" y="2238113"/>
            <a:ext cx="10792883" cy="1873398"/>
          </a:xfrm>
        </p:spPr>
        <p:txBody>
          <a:bodyPr vert="horz" lIns="0" tIns="45720" rIns="0" bIns="45720" rtlCol="0" anchor="t">
            <a:normAutofit/>
          </a:bodyPr>
          <a:lstStyle/>
          <a:p>
            <a:r>
              <a:rPr lang="en-US" dirty="0">
                <a:latin typeface="Arial"/>
                <a:cs typeface="Arial"/>
              </a:rPr>
              <a:t>Once the model has finished running, use the built in VE export functions to export the model data as CSV outputs using the following code:</a:t>
            </a:r>
          </a:p>
          <a:p>
            <a:pPr lvl="1"/>
            <a:r>
              <a:rPr lang="en-US" b="1" i="1" dirty="0">
                <a:latin typeface="Arial"/>
                <a:cs typeface="Arial"/>
              </a:rPr>
              <a:t>Results &lt;- </a:t>
            </a:r>
            <a:r>
              <a:rPr lang="en-US" b="1" i="1" dirty="0" err="1">
                <a:latin typeface="Arial"/>
                <a:cs typeface="Arial"/>
              </a:rPr>
              <a:t>Model$results</a:t>
            </a:r>
            <a:r>
              <a:rPr lang="en-US" b="1" i="1" dirty="0">
                <a:latin typeface="Arial"/>
                <a:cs typeface="Arial"/>
              </a:rPr>
              <a:t>()   </a:t>
            </a:r>
            <a:r>
              <a:rPr lang="en-US" i="1" dirty="0">
                <a:latin typeface="Arial"/>
                <a:cs typeface="Arial"/>
              </a:rPr>
              <a:t>(</a:t>
            </a:r>
            <a:r>
              <a:rPr lang="en-US" b="1" i="1" dirty="0">
                <a:latin typeface="Arial"/>
                <a:cs typeface="Arial"/>
              </a:rPr>
              <a:t>Note</a:t>
            </a:r>
            <a:r>
              <a:rPr lang="en-US" i="1" dirty="0">
                <a:latin typeface="Arial"/>
                <a:cs typeface="Arial"/>
              </a:rPr>
              <a:t> to user. That “Model” here is the name you called your model)</a:t>
            </a:r>
          </a:p>
          <a:p>
            <a:pPr lvl="1"/>
            <a:r>
              <a:rPr lang="en-US" b="1" i="1" dirty="0" err="1">
                <a:latin typeface="Arial"/>
                <a:cs typeface="Arial"/>
              </a:rPr>
              <a:t>Results$export</a:t>
            </a:r>
            <a:r>
              <a:rPr lang="en-US" b="1" i="1" dirty="0">
                <a:latin typeface="Arial"/>
                <a:cs typeface="Arial"/>
              </a:rPr>
              <a:t>()</a:t>
            </a:r>
          </a:p>
          <a:p>
            <a:r>
              <a:rPr lang="en-US" dirty="0">
                <a:latin typeface="Arial"/>
                <a:cs typeface="Arial"/>
              </a:rPr>
              <a:t>This will export the results as CSV files to the “results/output” folder. Depending on the number of years in the model, this process could take 15-20 minutes.</a:t>
            </a:r>
          </a:p>
          <a:p>
            <a:endParaRPr lang="en-US" dirty="0">
              <a:latin typeface="Arial"/>
              <a:cs typeface="Arial"/>
            </a:endParaRPr>
          </a:p>
          <a:p>
            <a:endParaRPr lang="en-US" dirty="0">
              <a:latin typeface="Arial"/>
              <a:cs typeface="Arial"/>
            </a:endParaRPr>
          </a:p>
          <a:p>
            <a:endParaRPr lang="en-US" dirty="0">
              <a:latin typeface="Arial"/>
              <a:cs typeface="Arial"/>
            </a:endParaRPr>
          </a:p>
          <a:p>
            <a:endParaRPr lang="en-US" dirty="0">
              <a:latin typeface="Arial"/>
              <a:cs typeface="Arial"/>
            </a:endParaRPr>
          </a:p>
          <a:p>
            <a:endParaRPr lang="en-US" dirty="0">
              <a:latin typeface="Arial"/>
              <a:cs typeface="Arial"/>
            </a:endParaRPr>
          </a:p>
          <a:p>
            <a:endParaRPr lang="en-US" dirty="0">
              <a:latin typeface="Arial"/>
              <a:cs typeface="Arial"/>
            </a:endParaRPr>
          </a:p>
          <a:p>
            <a:endParaRPr lang="en-US" dirty="0"/>
          </a:p>
          <a:p>
            <a:pPr marL="0" indent="0">
              <a:lnSpc>
                <a:spcPct val="110000"/>
              </a:lnSpc>
              <a:buNone/>
            </a:pPr>
            <a:endParaRPr lang="en-US" dirty="0"/>
          </a:p>
          <a:p>
            <a:pPr marL="0" indent="0">
              <a:lnSpc>
                <a:spcPct val="110000"/>
              </a:lnSpc>
              <a:buNone/>
            </a:pPr>
            <a:endParaRPr lang="en-US" dirty="0"/>
          </a:p>
        </p:txBody>
      </p:sp>
      <p:pic>
        <p:nvPicPr>
          <p:cNvPr id="7" name="Picture 6">
            <a:extLst>
              <a:ext uri="{FF2B5EF4-FFF2-40B4-BE49-F238E27FC236}">
                <a16:creationId xmlns:a16="http://schemas.microsoft.com/office/drawing/2014/main" id="{BF1C7BF6-D3A4-30E2-F849-E01019DD762D}"/>
              </a:ext>
            </a:extLst>
          </p:cNvPr>
          <p:cNvPicPr>
            <a:picLocks noChangeAspect="1"/>
          </p:cNvPicPr>
          <p:nvPr/>
        </p:nvPicPr>
        <p:blipFill>
          <a:blip r:embed="rId2"/>
          <a:stretch>
            <a:fillRect/>
          </a:stretch>
        </p:blipFill>
        <p:spPr>
          <a:xfrm>
            <a:off x="950141" y="3382117"/>
            <a:ext cx="6445581" cy="2057506"/>
          </a:xfrm>
          <a:prstGeom prst="rect">
            <a:avLst/>
          </a:prstGeom>
          <a:ln>
            <a:solidFill>
              <a:schemeClr val="tx2"/>
            </a:solidFill>
          </a:ln>
        </p:spPr>
      </p:pic>
      <p:sp>
        <p:nvSpPr>
          <p:cNvPr id="6" name="Speech Bubble: Rectangle with Corners Rounded 5">
            <a:extLst>
              <a:ext uri="{FF2B5EF4-FFF2-40B4-BE49-F238E27FC236}">
                <a16:creationId xmlns:a16="http://schemas.microsoft.com/office/drawing/2014/main" id="{3EF40687-A6EA-D265-200B-5497857462B8}"/>
              </a:ext>
            </a:extLst>
          </p:cNvPr>
          <p:cNvSpPr/>
          <p:nvPr/>
        </p:nvSpPr>
        <p:spPr>
          <a:xfrm>
            <a:off x="8500533" y="4348480"/>
            <a:ext cx="2546774" cy="1700107"/>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Export function can be set to dump into a variety of formats including directly into databases (</a:t>
            </a:r>
            <a:r>
              <a:rPr lang="en-US" dirty="0" err="1"/>
              <a:t>sql</a:t>
            </a:r>
            <a:r>
              <a:rPr lang="en-US" dirty="0"/>
              <a:t>, etc.)</a:t>
            </a:r>
          </a:p>
        </p:txBody>
      </p:sp>
    </p:spTree>
    <p:extLst>
      <p:ext uri="{BB962C8B-B14F-4D97-AF65-F5344CB8AC3E}">
        <p14:creationId xmlns:p14="http://schemas.microsoft.com/office/powerpoint/2010/main" val="860312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8E7B4DD-8024-BDAC-49D0-276B68F7F55F}"/>
              </a:ext>
            </a:extLst>
          </p:cNvPr>
          <p:cNvSpPr>
            <a:spLocks noGrp="1"/>
          </p:cNvSpPr>
          <p:nvPr>
            <p:ph type="subTitle" idx="1"/>
          </p:nvPr>
        </p:nvSpPr>
        <p:spPr/>
        <p:txBody>
          <a:bodyPr/>
          <a:lstStyle/>
          <a:p>
            <a:endParaRPr lang="en-US"/>
          </a:p>
        </p:txBody>
      </p:sp>
      <p:sp>
        <p:nvSpPr>
          <p:cNvPr id="3" name="Title 2">
            <a:extLst>
              <a:ext uri="{FF2B5EF4-FFF2-40B4-BE49-F238E27FC236}">
                <a16:creationId xmlns:a16="http://schemas.microsoft.com/office/drawing/2014/main" id="{AF99BBB3-6BAD-F6EB-2F91-AFBEE12B4FC2}"/>
              </a:ext>
            </a:extLst>
          </p:cNvPr>
          <p:cNvSpPr>
            <a:spLocks noGrp="1"/>
          </p:cNvSpPr>
          <p:nvPr>
            <p:ph type="title"/>
          </p:nvPr>
        </p:nvSpPr>
        <p:spPr>
          <a:xfrm>
            <a:off x="848945" y="2721481"/>
            <a:ext cx="10494110" cy="1231106"/>
          </a:xfrm>
        </p:spPr>
        <p:txBody>
          <a:bodyPr/>
          <a:lstStyle/>
          <a:p>
            <a:r>
              <a:rPr lang="en-US" dirty="0"/>
              <a:t>Specific and Custom Packages</a:t>
            </a:r>
          </a:p>
        </p:txBody>
      </p:sp>
      <p:sp>
        <p:nvSpPr>
          <p:cNvPr id="4" name="Text Placeholder 3">
            <a:extLst>
              <a:ext uri="{FF2B5EF4-FFF2-40B4-BE49-F238E27FC236}">
                <a16:creationId xmlns:a16="http://schemas.microsoft.com/office/drawing/2014/main" id="{0EDF21FD-CF30-A0E3-FBD4-AFC7796BFDA3}"/>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113692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E0931-8CB6-402E-3644-B614A67FA745}"/>
              </a:ext>
            </a:extLst>
          </p:cNvPr>
          <p:cNvSpPr>
            <a:spLocks noGrp="1"/>
          </p:cNvSpPr>
          <p:nvPr>
            <p:ph type="title"/>
          </p:nvPr>
        </p:nvSpPr>
        <p:spPr>
          <a:xfrm>
            <a:off x="838200" y="548958"/>
            <a:ext cx="10515600" cy="584775"/>
          </a:xfrm>
        </p:spPr>
        <p:txBody>
          <a:bodyPr/>
          <a:lstStyle/>
          <a:p>
            <a:r>
              <a:rPr lang="en-US" sz="3200" dirty="0"/>
              <a:t>VE-RSPM Packages &amp; Modules – Base FHWA</a:t>
            </a:r>
          </a:p>
        </p:txBody>
      </p:sp>
      <p:sp>
        <p:nvSpPr>
          <p:cNvPr id="3" name="Slide Number Placeholder 2">
            <a:extLst>
              <a:ext uri="{FF2B5EF4-FFF2-40B4-BE49-F238E27FC236}">
                <a16:creationId xmlns:a16="http://schemas.microsoft.com/office/drawing/2014/main" id="{763E7209-F583-13A8-F17C-0ECDF55993A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510120-A876-4642-B753-556A5424CAF0}" type="slidenum">
              <a:rPr kumimoji="0" lang="en-US" sz="800" b="0" i="0" u="none" strike="noStrike" kern="1200" cap="none" spc="0" normalizeH="0" baseline="0" noProof="0" smtClean="0">
                <a:ln>
                  <a:noFill/>
                </a:ln>
                <a:solidFill>
                  <a:srgbClr val="77787B"/>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dirty="0">
              <a:ln>
                <a:noFill/>
              </a:ln>
              <a:solidFill>
                <a:srgbClr val="77787B"/>
              </a:solidFill>
              <a:effectLst/>
              <a:uLnTx/>
              <a:uFillTx/>
              <a:latin typeface="Arial"/>
              <a:ea typeface="+mn-ea"/>
              <a:cs typeface="+mn-cs"/>
            </a:endParaRPr>
          </a:p>
        </p:txBody>
      </p:sp>
      <p:sp>
        <p:nvSpPr>
          <p:cNvPr id="4" name="Text Placeholder 3">
            <a:extLst>
              <a:ext uri="{FF2B5EF4-FFF2-40B4-BE49-F238E27FC236}">
                <a16:creationId xmlns:a16="http://schemas.microsoft.com/office/drawing/2014/main" id="{8C5FF1BE-E223-AB49-FBB9-53EEC87C2283}"/>
              </a:ext>
            </a:extLst>
          </p:cNvPr>
          <p:cNvSpPr>
            <a:spLocks noGrp="1"/>
          </p:cNvSpPr>
          <p:nvPr>
            <p:ph type="body" sz="quarter" idx="14"/>
          </p:nvPr>
        </p:nvSpPr>
        <p:spPr/>
        <p:txBody>
          <a:bodyPr/>
          <a:lstStyle/>
          <a:p>
            <a:endParaRPr lang="en-US"/>
          </a:p>
        </p:txBody>
      </p:sp>
      <p:pic>
        <p:nvPicPr>
          <p:cNvPr id="5" name="Google Shape;765;p86">
            <a:extLst>
              <a:ext uri="{FF2B5EF4-FFF2-40B4-BE49-F238E27FC236}">
                <a16:creationId xmlns:a16="http://schemas.microsoft.com/office/drawing/2014/main" id="{A830B996-7449-2F77-309D-D7477449B14E}"/>
              </a:ext>
            </a:extLst>
          </p:cNvPr>
          <p:cNvPicPr preferRelativeResize="0"/>
          <p:nvPr/>
        </p:nvPicPr>
        <p:blipFill>
          <a:blip r:embed="rId2">
            <a:alphaModFix/>
          </a:blip>
          <a:stretch>
            <a:fillRect/>
          </a:stretch>
        </p:blipFill>
        <p:spPr>
          <a:xfrm>
            <a:off x="2490702" y="1473877"/>
            <a:ext cx="6941199" cy="4526875"/>
          </a:xfrm>
          <a:prstGeom prst="rect">
            <a:avLst/>
          </a:prstGeom>
          <a:noFill/>
          <a:ln>
            <a:noFill/>
          </a:ln>
        </p:spPr>
      </p:pic>
    </p:spTree>
    <p:extLst>
      <p:ext uri="{BB962C8B-B14F-4D97-AF65-F5344CB8AC3E}">
        <p14:creationId xmlns:p14="http://schemas.microsoft.com/office/powerpoint/2010/main" val="1441281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E0931-8CB6-402E-3644-B614A67FA745}"/>
              </a:ext>
            </a:extLst>
          </p:cNvPr>
          <p:cNvSpPr>
            <a:spLocks noGrp="1"/>
          </p:cNvSpPr>
          <p:nvPr>
            <p:ph type="title"/>
          </p:nvPr>
        </p:nvSpPr>
        <p:spPr>
          <a:xfrm>
            <a:off x="838200" y="548958"/>
            <a:ext cx="10515600" cy="584775"/>
          </a:xfrm>
        </p:spPr>
        <p:txBody>
          <a:bodyPr/>
          <a:lstStyle/>
          <a:p>
            <a:r>
              <a:rPr lang="en-US" sz="3200" dirty="0"/>
              <a:t>VE-State Packages &amp; Modules – base FHWA</a:t>
            </a:r>
          </a:p>
        </p:txBody>
      </p:sp>
      <p:sp>
        <p:nvSpPr>
          <p:cNvPr id="3" name="Slide Number Placeholder 2">
            <a:extLst>
              <a:ext uri="{FF2B5EF4-FFF2-40B4-BE49-F238E27FC236}">
                <a16:creationId xmlns:a16="http://schemas.microsoft.com/office/drawing/2014/main" id="{763E7209-F583-13A8-F17C-0ECDF55993A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510120-A876-4642-B753-556A5424CAF0}" type="slidenum">
              <a:rPr kumimoji="0" lang="en-US" sz="800" b="0" i="0" u="none" strike="noStrike" kern="1200" cap="none" spc="0" normalizeH="0" baseline="0" noProof="0" smtClean="0">
                <a:ln>
                  <a:noFill/>
                </a:ln>
                <a:solidFill>
                  <a:srgbClr val="77787B"/>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dirty="0">
              <a:ln>
                <a:noFill/>
              </a:ln>
              <a:solidFill>
                <a:srgbClr val="77787B"/>
              </a:solidFill>
              <a:effectLst/>
              <a:uLnTx/>
              <a:uFillTx/>
              <a:latin typeface="Arial"/>
              <a:ea typeface="+mn-ea"/>
              <a:cs typeface="+mn-cs"/>
            </a:endParaRPr>
          </a:p>
        </p:txBody>
      </p:sp>
      <p:sp>
        <p:nvSpPr>
          <p:cNvPr id="4" name="Text Placeholder 3">
            <a:extLst>
              <a:ext uri="{FF2B5EF4-FFF2-40B4-BE49-F238E27FC236}">
                <a16:creationId xmlns:a16="http://schemas.microsoft.com/office/drawing/2014/main" id="{8C5FF1BE-E223-AB49-FBB9-53EEC87C2283}"/>
              </a:ext>
            </a:extLst>
          </p:cNvPr>
          <p:cNvSpPr>
            <a:spLocks noGrp="1"/>
          </p:cNvSpPr>
          <p:nvPr>
            <p:ph type="body" sz="quarter" idx="14"/>
          </p:nvPr>
        </p:nvSpPr>
        <p:spPr/>
        <p:txBody>
          <a:bodyPr/>
          <a:lstStyle/>
          <a:p>
            <a:endParaRPr lang="en-US"/>
          </a:p>
        </p:txBody>
      </p:sp>
      <p:pic>
        <p:nvPicPr>
          <p:cNvPr id="6" name="Google Shape;770;p87">
            <a:extLst>
              <a:ext uri="{FF2B5EF4-FFF2-40B4-BE49-F238E27FC236}">
                <a16:creationId xmlns:a16="http://schemas.microsoft.com/office/drawing/2014/main" id="{3454D30D-5640-963A-7DEC-0A3CA4D5D79E}"/>
              </a:ext>
            </a:extLst>
          </p:cNvPr>
          <p:cNvPicPr preferRelativeResize="0"/>
          <p:nvPr/>
        </p:nvPicPr>
        <p:blipFill>
          <a:blip r:embed="rId2">
            <a:alphaModFix/>
          </a:blip>
          <a:stretch>
            <a:fillRect/>
          </a:stretch>
        </p:blipFill>
        <p:spPr>
          <a:xfrm>
            <a:off x="2498950" y="1503950"/>
            <a:ext cx="6914724" cy="4509600"/>
          </a:xfrm>
          <a:prstGeom prst="rect">
            <a:avLst/>
          </a:prstGeom>
          <a:noFill/>
          <a:ln>
            <a:noFill/>
          </a:ln>
        </p:spPr>
      </p:pic>
    </p:spTree>
    <p:extLst>
      <p:ext uri="{BB962C8B-B14F-4D97-AF65-F5344CB8AC3E}">
        <p14:creationId xmlns:p14="http://schemas.microsoft.com/office/powerpoint/2010/main" val="1151657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2246BC-1D6A-A6F3-DFA9-D077D5781CCB}"/>
              </a:ext>
            </a:extLst>
          </p:cNvPr>
          <p:cNvSpPr>
            <a:spLocks noGrp="1"/>
          </p:cNvSpPr>
          <p:nvPr>
            <p:ph type="sldNum" sz="quarter" idx="10"/>
          </p:nvPr>
        </p:nvSpPr>
        <p:spPr/>
        <p:txBody>
          <a:bodyPr/>
          <a:lstStyle/>
          <a:p>
            <a:fld id="{F4510120-A876-4642-B753-556A5424CAF0}" type="slidenum">
              <a:rPr lang="en-US" smtClean="0"/>
              <a:pPr/>
              <a:t>18</a:t>
            </a:fld>
            <a:endParaRPr lang="en-US" dirty="0"/>
          </a:p>
        </p:txBody>
      </p:sp>
      <p:sp>
        <p:nvSpPr>
          <p:cNvPr id="3" name="Title 2">
            <a:extLst>
              <a:ext uri="{FF2B5EF4-FFF2-40B4-BE49-F238E27FC236}">
                <a16:creationId xmlns:a16="http://schemas.microsoft.com/office/drawing/2014/main" id="{FAC0CA3D-7062-D567-B9A1-99D3F8E08E7A}"/>
              </a:ext>
            </a:extLst>
          </p:cNvPr>
          <p:cNvSpPr>
            <a:spLocks noGrp="1"/>
          </p:cNvSpPr>
          <p:nvPr>
            <p:ph type="title"/>
          </p:nvPr>
        </p:nvSpPr>
        <p:spPr>
          <a:xfrm>
            <a:off x="838201" y="580153"/>
            <a:ext cx="10515600" cy="480131"/>
          </a:xfrm>
        </p:spPr>
        <p:txBody>
          <a:bodyPr/>
          <a:lstStyle/>
          <a:p>
            <a:r>
              <a:rPr lang="en-US" dirty="0"/>
              <a:t>Travel Demand Package Evolution</a:t>
            </a:r>
          </a:p>
        </p:txBody>
      </p:sp>
      <p:sp>
        <p:nvSpPr>
          <p:cNvPr id="6" name="Arrow: Pentagon 5">
            <a:extLst>
              <a:ext uri="{FF2B5EF4-FFF2-40B4-BE49-F238E27FC236}">
                <a16:creationId xmlns:a16="http://schemas.microsoft.com/office/drawing/2014/main" id="{A8CBBA0A-AF82-EB79-DDC0-E63EC320C41B}"/>
              </a:ext>
            </a:extLst>
          </p:cNvPr>
          <p:cNvSpPr/>
          <p:nvPr/>
        </p:nvSpPr>
        <p:spPr>
          <a:xfrm>
            <a:off x="344649" y="1794070"/>
            <a:ext cx="1734670" cy="66563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 Travel Demand</a:t>
            </a:r>
          </a:p>
        </p:txBody>
      </p:sp>
      <p:sp>
        <p:nvSpPr>
          <p:cNvPr id="9" name="Arrow: Pentagon 8">
            <a:extLst>
              <a:ext uri="{FF2B5EF4-FFF2-40B4-BE49-F238E27FC236}">
                <a16:creationId xmlns:a16="http://schemas.microsoft.com/office/drawing/2014/main" id="{D1FE5A90-F0B2-DD90-7747-D278458E26D0}"/>
              </a:ext>
            </a:extLst>
          </p:cNvPr>
          <p:cNvSpPr/>
          <p:nvPr/>
        </p:nvSpPr>
        <p:spPr>
          <a:xfrm>
            <a:off x="2412752" y="1794070"/>
            <a:ext cx="1734670" cy="66563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 Travel </a:t>
            </a:r>
            <a:r>
              <a:rPr lang="en-US" dirty="0" err="1"/>
              <a:t>DemandMM</a:t>
            </a:r>
            <a:endParaRPr lang="en-US" dirty="0"/>
          </a:p>
        </p:txBody>
      </p:sp>
      <p:sp>
        <p:nvSpPr>
          <p:cNvPr id="10" name="Arrow: Pentagon 9">
            <a:extLst>
              <a:ext uri="{FF2B5EF4-FFF2-40B4-BE49-F238E27FC236}">
                <a16:creationId xmlns:a16="http://schemas.microsoft.com/office/drawing/2014/main" id="{AD8BCC3E-9F01-A453-2BF8-2A0C53218E44}"/>
              </a:ext>
            </a:extLst>
          </p:cNvPr>
          <p:cNvSpPr/>
          <p:nvPr/>
        </p:nvSpPr>
        <p:spPr>
          <a:xfrm>
            <a:off x="4523234" y="1794070"/>
            <a:ext cx="1734670" cy="66563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 Travel </a:t>
            </a:r>
            <a:r>
              <a:rPr lang="en-US" dirty="0" err="1"/>
              <a:t>DemandMM</a:t>
            </a:r>
            <a:endParaRPr lang="en-US" dirty="0"/>
          </a:p>
        </p:txBody>
      </p:sp>
      <p:sp>
        <p:nvSpPr>
          <p:cNvPr id="11" name="Arrow: Pentagon 10">
            <a:extLst>
              <a:ext uri="{FF2B5EF4-FFF2-40B4-BE49-F238E27FC236}">
                <a16:creationId xmlns:a16="http://schemas.microsoft.com/office/drawing/2014/main" id="{194F13A4-604E-7A74-5FF2-ECDC1B6FB6B0}"/>
              </a:ext>
            </a:extLst>
          </p:cNvPr>
          <p:cNvSpPr/>
          <p:nvPr/>
        </p:nvSpPr>
        <p:spPr>
          <a:xfrm>
            <a:off x="7799897" y="1794070"/>
            <a:ext cx="1734670" cy="66563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 Travel </a:t>
            </a:r>
            <a:r>
              <a:rPr lang="en-US" dirty="0" err="1"/>
              <a:t>DemandWFH</a:t>
            </a:r>
            <a:endParaRPr lang="en-US" dirty="0"/>
          </a:p>
        </p:txBody>
      </p:sp>
      <p:sp>
        <p:nvSpPr>
          <p:cNvPr id="16" name="TextBox 15">
            <a:extLst>
              <a:ext uri="{FF2B5EF4-FFF2-40B4-BE49-F238E27FC236}">
                <a16:creationId xmlns:a16="http://schemas.microsoft.com/office/drawing/2014/main" id="{852EFABB-B511-1B00-3091-16EE0584963F}"/>
              </a:ext>
            </a:extLst>
          </p:cNvPr>
          <p:cNvSpPr txBox="1"/>
          <p:nvPr/>
        </p:nvSpPr>
        <p:spPr>
          <a:xfrm>
            <a:off x="260901" y="2594812"/>
            <a:ext cx="2212041" cy="1477328"/>
          </a:xfrm>
          <a:prstGeom prst="rect">
            <a:avLst/>
          </a:prstGeom>
          <a:noFill/>
        </p:spPr>
        <p:txBody>
          <a:bodyPr wrap="square" rtlCol="0">
            <a:spAutoFit/>
          </a:bodyPr>
          <a:lstStyle/>
          <a:p>
            <a:r>
              <a:rPr lang="en-US" dirty="0"/>
              <a:t>Default core travel demand package.</a:t>
            </a:r>
          </a:p>
          <a:p>
            <a:endParaRPr lang="en-US" dirty="0"/>
          </a:p>
          <a:p>
            <a:r>
              <a:rPr lang="en-US" dirty="0"/>
              <a:t>Available in any fork or repo</a:t>
            </a:r>
          </a:p>
        </p:txBody>
      </p:sp>
      <p:sp>
        <p:nvSpPr>
          <p:cNvPr id="17" name="TextBox 16">
            <a:extLst>
              <a:ext uri="{FF2B5EF4-FFF2-40B4-BE49-F238E27FC236}">
                <a16:creationId xmlns:a16="http://schemas.microsoft.com/office/drawing/2014/main" id="{19E2B428-51ED-8D7D-6375-F598F4511BA4}"/>
              </a:ext>
            </a:extLst>
          </p:cNvPr>
          <p:cNvSpPr txBox="1"/>
          <p:nvPr/>
        </p:nvSpPr>
        <p:spPr>
          <a:xfrm>
            <a:off x="2326731" y="2594812"/>
            <a:ext cx="2123251" cy="2031325"/>
          </a:xfrm>
          <a:prstGeom prst="rect">
            <a:avLst/>
          </a:prstGeom>
          <a:noFill/>
        </p:spPr>
        <p:txBody>
          <a:bodyPr wrap="square" rtlCol="0">
            <a:spAutoFit/>
          </a:bodyPr>
          <a:lstStyle/>
          <a:p>
            <a:r>
              <a:rPr lang="en-US" dirty="0"/>
              <a:t>2009 NHTS designed package by Portland State</a:t>
            </a:r>
          </a:p>
          <a:p>
            <a:endParaRPr lang="en-US" dirty="0"/>
          </a:p>
          <a:p>
            <a:r>
              <a:rPr lang="en-US" dirty="0"/>
              <a:t>Comes in the FHWA </a:t>
            </a:r>
            <a:r>
              <a:rPr lang="en-US" dirty="0" err="1"/>
              <a:t>VisionEval</a:t>
            </a:r>
            <a:r>
              <a:rPr lang="en-US" dirty="0"/>
              <a:t> </a:t>
            </a:r>
            <a:r>
              <a:rPr lang="en-US" dirty="0">
                <a:hlinkClick r:id="rId2"/>
              </a:rPr>
              <a:t>repos</a:t>
            </a:r>
            <a:r>
              <a:rPr lang="en-US" dirty="0"/>
              <a:t> </a:t>
            </a:r>
          </a:p>
        </p:txBody>
      </p:sp>
      <p:sp>
        <p:nvSpPr>
          <p:cNvPr id="18" name="TextBox 17">
            <a:extLst>
              <a:ext uri="{FF2B5EF4-FFF2-40B4-BE49-F238E27FC236}">
                <a16:creationId xmlns:a16="http://schemas.microsoft.com/office/drawing/2014/main" id="{4D370225-E0CD-8F45-5B83-FA94DF645B44}"/>
              </a:ext>
            </a:extLst>
          </p:cNvPr>
          <p:cNvSpPr txBox="1"/>
          <p:nvPr/>
        </p:nvSpPr>
        <p:spPr>
          <a:xfrm>
            <a:off x="4411960" y="2594812"/>
            <a:ext cx="3103417" cy="3139321"/>
          </a:xfrm>
          <a:prstGeom prst="rect">
            <a:avLst/>
          </a:prstGeom>
          <a:noFill/>
        </p:spPr>
        <p:txBody>
          <a:bodyPr wrap="square" rtlCol="0">
            <a:spAutoFit/>
          </a:bodyPr>
          <a:lstStyle/>
          <a:p>
            <a:r>
              <a:rPr lang="en-US" dirty="0"/>
              <a:t>2017 NHTS re-estimated package. </a:t>
            </a:r>
            <a:r>
              <a:rPr lang="en-US" sz="1800" dirty="0"/>
              <a:t>Re-estimated the core travel model and the Alt Modes travel model. </a:t>
            </a:r>
          </a:p>
          <a:p>
            <a:endParaRPr lang="en-US" dirty="0"/>
          </a:p>
          <a:p>
            <a:r>
              <a:rPr lang="en-US" dirty="0"/>
              <a:t>Available on the </a:t>
            </a:r>
            <a:r>
              <a:rPr lang="en-US" dirty="0" err="1"/>
              <a:t>OrScenPlanning</a:t>
            </a:r>
            <a:r>
              <a:rPr lang="en-US" dirty="0"/>
              <a:t> </a:t>
            </a:r>
            <a:r>
              <a:rPr lang="en-US" dirty="0" err="1"/>
              <a:t>VE_Extras</a:t>
            </a:r>
            <a:r>
              <a:rPr lang="en-US" dirty="0"/>
              <a:t> Repo</a:t>
            </a:r>
          </a:p>
          <a:p>
            <a:r>
              <a:rPr lang="en-US" dirty="0">
                <a:hlinkClick r:id="rId3"/>
              </a:rPr>
              <a:t>https://github.com/ORScenPlg/ODOT_VE_Extras/tree/main/VETravelDemandMM</a:t>
            </a:r>
            <a:r>
              <a:rPr lang="en-US" dirty="0"/>
              <a:t> </a:t>
            </a:r>
          </a:p>
        </p:txBody>
      </p:sp>
      <p:sp>
        <p:nvSpPr>
          <p:cNvPr id="19" name="TextBox 18">
            <a:extLst>
              <a:ext uri="{FF2B5EF4-FFF2-40B4-BE49-F238E27FC236}">
                <a16:creationId xmlns:a16="http://schemas.microsoft.com/office/drawing/2014/main" id="{C3A29557-F4DC-6DFF-E128-36B26E0FBB8C}"/>
              </a:ext>
            </a:extLst>
          </p:cNvPr>
          <p:cNvSpPr txBox="1"/>
          <p:nvPr/>
        </p:nvSpPr>
        <p:spPr>
          <a:xfrm>
            <a:off x="7615989" y="2594812"/>
            <a:ext cx="4473483" cy="4524315"/>
          </a:xfrm>
          <a:prstGeom prst="rect">
            <a:avLst/>
          </a:prstGeom>
          <a:noFill/>
        </p:spPr>
        <p:txBody>
          <a:bodyPr wrap="square" rtlCol="0">
            <a:spAutoFit/>
          </a:bodyPr>
          <a:lstStyle/>
          <a:p>
            <a:r>
              <a:rPr lang="en-US" dirty="0"/>
              <a:t>WFH package is a merge of the 2017 NHTS re-estimated package and Teleworking behaviors. </a:t>
            </a:r>
          </a:p>
          <a:p>
            <a:endParaRPr lang="en-US" dirty="0"/>
          </a:p>
          <a:p>
            <a:pPr marL="285750" indent="-285750" algn="l">
              <a:buFont typeface="Arial" panose="020B0604020202020204" pitchFamily="34" charset="0"/>
              <a:buChar char="•"/>
            </a:pPr>
            <a:r>
              <a:rPr lang="en-US" sz="1800" dirty="0"/>
              <a:t>Introduced three occupation classes for propensity to Telework</a:t>
            </a:r>
          </a:p>
          <a:p>
            <a:pPr marL="285750" indent="-285750" algn="l">
              <a:buFont typeface="Arial" panose="020B0604020202020204" pitchFamily="34" charset="0"/>
              <a:buChar char="•"/>
            </a:pPr>
            <a:r>
              <a:rPr lang="en-US" sz="1800" dirty="0"/>
              <a:t>Required commute distances</a:t>
            </a:r>
          </a:p>
          <a:p>
            <a:pPr marL="285750" indent="-285750" algn="l">
              <a:buFont typeface="Arial" panose="020B0604020202020204" pitchFamily="34" charset="0"/>
              <a:buChar char="•"/>
            </a:pPr>
            <a:r>
              <a:rPr lang="en-US" sz="1800" dirty="0"/>
              <a:t>New parameters of occupation type in the core travel demand equations</a:t>
            </a:r>
          </a:p>
          <a:p>
            <a:endParaRPr lang="en-US" dirty="0"/>
          </a:p>
          <a:p>
            <a:r>
              <a:rPr lang="en-US" dirty="0"/>
              <a:t>Available on the </a:t>
            </a:r>
            <a:r>
              <a:rPr lang="en-US" dirty="0" err="1"/>
              <a:t>OrScenPlanning</a:t>
            </a:r>
            <a:r>
              <a:rPr lang="en-US" dirty="0"/>
              <a:t> </a:t>
            </a:r>
            <a:r>
              <a:rPr lang="en-US" dirty="0" err="1"/>
              <a:t>VE_Extras</a:t>
            </a:r>
            <a:r>
              <a:rPr lang="en-US" dirty="0"/>
              <a:t> repo: </a:t>
            </a:r>
            <a:r>
              <a:rPr lang="en-US" dirty="0">
                <a:hlinkClick r:id="rId3"/>
              </a:rPr>
              <a:t>https://github.com/ORScenPlg/ODOT_VE_Extras/tree/main/VETravelDemandMM</a:t>
            </a:r>
            <a:endParaRPr lang="en-US" dirty="0"/>
          </a:p>
          <a:p>
            <a:endParaRPr lang="en-US" dirty="0"/>
          </a:p>
          <a:p>
            <a:endParaRPr lang="en-US" dirty="0"/>
          </a:p>
        </p:txBody>
      </p:sp>
      <p:sp>
        <p:nvSpPr>
          <p:cNvPr id="20" name="Text Placeholder 3">
            <a:extLst>
              <a:ext uri="{FF2B5EF4-FFF2-40B4-BE49-F238E27FC236}">
                <a16:creationId xmlns:a16="http://schemas.microsoft.com/office/drawing/2014/main" id="{32F1753A-9EE1-2B10-054B-832F09069947}"/>
              </a:ext>
            </a:extLst>
          </p:cNvPr>
          <p:cNvSpPr>
            <a:spLocks noGrp="1"/>
          </p:cNvSpPr>
          <p:nvPr>
            <p:ph type="body" sz="quarter" idx="12"/>
          </p:nvPr>
        </p:nvSpPr>
        <p:spPr>
          <a:xfrm>
            <a:off x="838200" y="1167648"/>
            <a:ext cx="10515600" cy="584775"/>
          </a:xfrm>
        </p:spPr>
        <p:txBody>
          <a:bodyPr/>
          <a:lstStyle/>
          <a:p>
            <a:r>
              <a:rPr lang="en-US" dirty="0"/>
              <a:t>Examples of evolution of packages in VE. However, highlights the need for naming, descriptions, and version control</a:t>
            </a:r>
          </a:p>
        </p:txBody>
      </p:sp>
    </p:spTree>
    <p:extLst>
      <p:ext uri="{BB962C8B-B14F-4D97-AF65-F5344CB8AC3E}">
        <p14:creationId xmlns:p14="http://schemas.microsoft.com/office/powerpoint/2010/main" val="1540898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3F6A691-38C3-A028-1C4B-D1F4E131959B}"/>
              </a:ext>
            </a:extLst>
          </p:cNvPr>
          <p:cNvSpPr/>
          <p:nvPr/>
        </p:nvSpPr>
        <p:spPr>
          <a:xfrm>
            <a:off x="165847" y="902941"/>
            <a:ext cx="2661574" cy="164775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EE0931-8CB6-402E-3644-B614A67FA745}"/>
              </a:ext>
            </a:extLst>
          </p:cNvPr>
          <p:cNvSpPr>
            <a:spLocks noGrp="1"/>
          </p:cNvSpPr>
          <p:nvPr>
            <p:ph type="title"/>
          </p:nvPr>
        </p:nvSpPr>
        <p:spPr>
          <a:xfrm>
            <a:off x="165847" y="39535"/>
            <a:ext cx="10515600" cy="523220"/>
          </a:xfrm>
        </p:spPr>
        <p:txBody>
          <a:bodyPr/>
          <a:lstStyle/>
          <a:p>
            <a:r>
              <a:rPr lang="en-US" sz="2800" dirty="0"/>
              <a:t>Customized Packages</a:t>
            </a:r>
          </a:p>
        </p:txBody>
      </p:sp>
      <p:sp>
        <p:nvSpPr>
          <p:cNvPr id="3" name="Slide Number Placeholder 2">
            <a:extLst>
              <a:ext uri="{FF2B5EF4-FFF2-40B4-BE49-F238E27FC236}">
                <a16:creationId xmlns:a16="http://schemas.microsoft.com/office/drawing/2014/main" id="{763E7209-F583-13A8-F17C-0ECDF55993A9}"/>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510120-A876-4642-B753-556A5424CAF0}" type="slidenum">
              <a:rPr kumimoji="0" lang="en-US" sz="800" b="0" i="0" u="none" strike="noStrike" kern="1200" cap="none" spc="0" normalizeH="0" baseline="0" noProof="0" smtClean="0">
                <a:ln>
                  <a:noFill/>
                </a:ln>
                <a:solidFill>
                  <a:srgbClr val="77787B"/>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dirty="0">
              <a:ln>
                <a:noFill/>
              </a:ln>
              <a:solidFill>
                <a:srgbClr val="77787B"/>
              </a:solidFill>
              <a:effectLst/>
              <a:uLnTx/>
              <a:uFillTx/>
              <a:latin typeface="Arial"/>
              <a:ea typeface="+mn-ea"/>
              <a:cs typeface="+mn-cs"/>
            </a:endParaRPr>
          </a:p>
        </p:txBody>
      </p:sp>
      <p:sp>
        <p:nvSpPr>
          <p:cNvPr id="15" name="TextBox 14">
            <a:extLst>
              <a:ext uri="{FF2B5EF4-FFF2-40B4-BE49-F238E27FC236}">
                <a16:creationId xmlns:a16="http://schemas.microsoft.com/office/drawing/2014/main" id="{62315387-1332-AD85-01F8-774C51FA6921}"/>
              </a:ext>
            </a:extLst>
          </p:cNvPr>
          <p:cNvSpPr txBox="1"/>
          <p:nvPr/>
        </p:nvSpPr>
        <p:spPr>
          <a:xfrm>
            <a:off x="234790" y="982075"/>
            <a:ext cx="2146300" cy="215444"/>
          </a:xfrm>
          <a:prstGeom prst="rect">
            <a:avLst/>
          </a:prstGeom>
        </p:spPr>
        <p:txBody>
          <a:bodyPr spcFirstLastPara="1" vert="horz" wrap="square" lIns="0" tIns="0" rIns="0" bIns="0" rtlCol="0" anchor="t" anchorCtr="0">
            <a:spAutoFit/>
          </a:bodyPr>
          <a:lstStyle/>
          <a:p>
            <a:pPr algn="l"/>
            <a:r>
              <a:rPr lang="en-US" sz="1400" b="1" dirty="0" err="1"/>
              <a:t>VEHouseholdVehiclesDL</a:t>
            </a:r>
            <a:endParaRPr lang="en-US" sz="1400" b="1" dirty="0"/>
          </a:p>
        </p:txBody>
      </p:sp>
      <p:sp>
        <p:nvSpPr>
          <p:cNvPr id="16" name="TextBox 15">
            <a:extLst>
              <a:ext uri="{FF2B5EF4-FFF2-40B4-BE49-F238E27FC236}">
                <a16:creationId xmlns:a16="http://schemas.microsoft.com/office/drawing/2014/main" id="{A739329E-5D36-2BCC-3910-EDC5B9E72E6E}"/>
              </a:ext>
            </a:extLst>
          </p:cNvPr>
          <p:cNvSpPr txBox="1"/>
          <p:nvPr/>
        </p:nvSpPr>
        <p:spPr>
          <a:xfrm>
            <a:off x="234790" y="1363379"/>
            <a:ext cx="2146300" cy="215444"/>
          </a:xfrm>
          <a:prstGeom prst="rect">
            <a:avLst/>
          </a:prstGeom>
        </p:spPr>
        <p:txBody>
          <a:bodyPr spcFirstLastPara="1" vert="horz" wrap="square" lIns="0" tIns="0" rIns="0" bIns="0" rtlCol="0" anchor="t" anchorCtr="0">
            <a:spAutoFit/>
          </a:bodyPr>
          <a:lstStyle/>
          <a:p>
            <a:pPr algn="l"/>
            <a:r>
              <a:rPr lang="en-US" sz="1400" b="1" dirty="0" err="1"/>
              <a:t>VELandUseDL</a:t>
            </a:r>
            <a:endParaRPr lang="en-US" sz="1400" b="1" dirty="0"/>
          </a:p>
        </p:txBody>
      </p:sp>
      <p:sp>
        <p:nvSpPr>
          <p:cNvPr id="17" name="TextBox 16">
            <a:extLst>
              <a:ext uri="{FF2B5EF4-FFF2-40B4-BE49-F238E27FC236}">
                <a16:creationId xmlns:a16="http://schemas.microsoft.com/office/drawing/2014/main" id="{CEF8F228-4436-85BB-0A17-6F67376516A4}"/>
              </a:ext>
            </a:extLst>
          </p:cNvPr>
          <p:cNvSpPr txBox="1"/>
          <p:nvPr/>
        </p:nvSpPr>
        <p:spPr>
          <a:xfrm>
            <a:off x="234790" y="1812636"/>
            <a:ext cx="2146300" cy="215444"/>
          </a:xfrm>
          <a:prstGeom prst="rect">
            <a:avLst/>
          </a:prstGeom>
        </p:spPr>
        <p:txBody>
          <a:bodyPr spcFirstLastPara="1" vert="horz" wrap="square" lIns="0" tIns="0" rIns="0" bIns="0" rtlCol="0" anchor="t" anchorCtr="0">
            <a:spAutoFit/>
          </a:bodyPr>
          <a:lstStyle/>
          <a:p>
            <a:pPr algn="l"/>
            <a:r>
              <a:rPr lang="en-US" sz="1400" b="1" dirty="0" err="1"/>
              <a:t>VESimLandUseDL</a:t>
            </a:r>
            <a:endParaRPr lang="en-US" sz="1400" b="1" dirty="0"/>
          </a:p>
        </p:txBody>
      </p:sp>
      <p:sp>
        <p:nvSpPr>
          <p:cNvPr id="18" name="TextBox 17">
            <a:extLst>
              <a:ext uri="{FF2B5EF4-FFF2-40B4-BE49-F238E27FC236}">
                <a16:creationId xmlns:a16="http://schemas.microsoft.com/office/drawing/2014/main" id="{3AD84F95-2951-C8BB-4DE4-1128F385F5A0}"/>
              </a:ext>
            </a:extLst>
          </p:cNvPr>
          <p:cNvSpPr txBox="1"/>
          <p:nvPr/>
        </p:nvSpPr>
        <p:spPr>
          <a:xfrm>
            <a:off x="234790" y="2242820"/>
            <a:ext cx="2146300" cy="215444"/>
          </a:xfrm>
          <a:prstGeom prst="rect">
            <a:avLst/>
          </a:prstGeom>
        </p:spPr>
        <p:txBody>
          <a:bodyPr spcFirstLastPara="1" vert="horz" wrap="square" lIns="0" tIns="0" rIns="0" bIns="0" rtlCol="0" anchor="t" anchorCtr="0">
            <a:spAutoFit/>
          </a:bodyPr>
          <a:lstStyle/>
          <a:p>
            <a:pPr algn="l"/>
            <a:r>
              <a:rPr lang="en-US" sz="1400" b="1" dirty="0" err="1"/>
              <a:t>VETravelPerformanceDL</a:t>
            </a:r>
            <a:endParaRPr lang="en-US" sz="1400" b="1" dirty="0"/>
          </a:p>
        </p:txBody>
      </p:sp>
      <p:sp>
        <p:nvSpPr>
          <p:cNvPr id="20" name="TextBox 19">
            <a:extLst>
              <a:ext uri="{FF2B5EF4-FFF2-40B4-BE49-F238E27FC236}">
                <a16:creationId xmlns:a16="http://schemas.microsoft.com/office/drawing/2014/main" id="{7DAFDAFF-6479-93F2-9A52-DD5FAB6E5613}"/>
              </a:ext>
            </a:extLst>
          </p:cNvPr>
          <p:cNvSpPr txBox="1"/>
          <p:nvPr/>
        </p:nvSpPr>
        <p:spPr>
          <a:xfrm>
            <a:off x="234790" y="2696907"/>
            <a:ext cx="4625968" cy="4308872"/>
          </a:xfrm>
          <a:prstGeom prst="rect">
            <a:avLst/>
          </a:prstGeom>
        </p:spPr>
        <p:txBody>
          <a:bodyPr spcFirstLastPara="1" vert="horz" wrap="square" lIns="0" tIns="0" rIns="0" bIns="0" rtlCol="0" anchor="t" anchorCtr="0">
            <a:spAutoFit/>
          </a:bodyPr>
          <a:lstStyle/>
          <a:p>
            <a:pPr algn="l"/>
            <a:r>
              <a:rPr lang="en-US" sz="1400" dirty="0"/>
              <a:t>The DL packages are associated with a range of updates that were made to account for Driverless Vehicles. </a:t>
            </a:r>
          </a:p>
          <a:p>
            <a:pPr algn="l"/>
            <a:endParaRPr lang="en-US" sz="1400" dirty="0"/>
          </a:p>
          <a:p>
            <a:pPr algn="l"/>
            <a:r>
              <a:rPr lang="en-US" sz="1400" dirty="0"/>
              <a:t>The packages that RSG created include several updates</a:t>
            </a:r>
          </a:p>
          <a:p>
            <a:pPr algn="l"/>
            <a:r>
              <a:rPr lang="en-US" sz="1400" dirty="0"/>
              <a:t>- L3 highly connected vehicles </a:t>
            </a:r>
          </a:p>
          <a:p>
            <a:pPr algn="l"/>
            <a:r>
              <a:rPr lang="en-US" sz="1400" dirty="0"/>
              <a:t>- L5 fully automated vehicles</a:t>
            </a:r>
          </a:p>
          <a:p>
            <a:pPr algn="l"/>
            <a:endParaRPr lang="en-US" sz="1400" dirty="0"/>
          </a:p>
          <a:p>
            <a:pPr algn="l"/>
            <a:r>
              <a:rPr lang="en-US" sz="1400" dirty="0"/>
              <a:t>New household models:</a:t>
            </a:r>
          </a:p>
          <a:p>
            <a:pPr algn="l"/>
            <a:r>
              <a:rPr lang="en-US" sz="1400" dirty="0"/>
              <a:t>- propensity for sharing (reducing owned vehicles)</a:t>
            </a:r>
          </a:p>
          <a:p>
            <a:pPr algn="l"/>
            <a:r>
              <a:rPr lang="en-US" sz="1400" dirty="0"/>
              <a:t>- propensity for L5 vehicle ownership</a:t>
            </a:r>
          </a:p>
          <a:p>
            <a:pPr algn="l"/>
            <a:endParaRPr lang="en-US" sz="1400" dirty="0"/>
          </a:p>
          <a:p>
            <a:pPr algn="l"/>
            <a:r>
              <a:rPr lang="en-US" sz="1400" dirty="0"/>
              <a:t>Features include:</a:t>
            </a:r>
          </a:p>
          <a:p>
            <a:pPr algn="l"/>
            <a:r>
              <a:rPr lang="en-US" sz="1400" dirty="0"/>
              <a:t>- deadheading</a:t>
            </a:r>
          </a:p>
          <a:p>
            <a:pPr algn="l"/>
            <a:r>
              <a:rPr lang="en-US" sz="1400" dirty="0"/>
              <a:t>- shared vs unshared price differential on car sharing</a:t>
            </a:r>
          </a:p>
          <a:p>
            <a:pPr algn="l"/>
            <a:r>
              <a:rPr lang="en-US" sz="1400" dirty="0"/>
              <a:t>- changes in roadway capacity associated with different driving characteristics (both negative and positive on capacity)</a:t>
            </a:r>
          </a:p>
          <a:p>
            <a:pPr algn="l"/>
            <a:r>
              <a:rPr lang="en-US" sz="1400" dirty="0"/>
              <a:t>- changes in travel consumed by households</a:t>
            </a:r>
          </a:p>
          <a:p>
            <a:pPr algn="l"/>
            <a:endParaRPr lang="en-US" sz="1400" dirty="0"/>
          </a:p>
          <a:p>
            <a:pPr algn="l"/>
            <a:r>
              <a:rPr lang="en-US" sz="1400" dirty="0"/>
              <a:t> </a:t>
            </a:r>
          </a:p>
        </p:txBody>
      </p:sp>
      <p:sp>
        <p:nvSpPr>
          <p:cNvPr id="4" name="Rectangle 3">
            <a:extLst>
              <a:ext uri="{FF2B5EF4-FFF2-40B4-BE49-F238E27FC236}">
                <a16:creationId xmlns:a16="http://schemas.microsoft.com/office/drawing/2014/main" id="{2B02DFF0-C7B4-C9C9-4FD0-4494757D092D}"/>
              </a:ext>
            </a:extLst>
          </p:cNvPr>
          <p:cNvSpPr/>
          <p:nvPr/>
        </p:nvSpPr>
        <p:spPr>
          <a:xfrm>
            <a:off x="4860758" y="902941"/>
            <a:ext cx="1913021" cy="90969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VEHouseholdVehiclesIncCap</a:t>
            </a:r>
          </a:p>
        </p:txBody>
      </p:sp>
      <p:sp>
        <p:nvSpPr>
          <p:cNvPr id="6" name="TextBox 5">
            <a:extLst>
              <a:ext uri="{FF2B5EF4-FFF2-40B4-BE49-F238E27FC236}">
                <a16:creationId xmlns:a16="http://schemas.microsoft.com/office/drawing/2014/main" id="{63204490-4FFA-F0A3-C939-13FF04A8F431}"/>
              </a:ext>
            </a:extLst>
          </p:cNvPr>
          <p:cNvSpPr txBox="1"/>
          <p:nvPr/>
        </p:nvSpPr>
        <p:spPr>
          <a:xfrm>
            <a:off x="4929701" y="2041377"/>
            <a:ext cx="2553941" cy="3447098"/>
          </a:xfrm>
          <a:prstGeom prst="rect">
            <a:avLst/>
          </a:prstGeom>
        </p:spPr>
        <p:txBody>
          <a:bodyPr spcFirstLastPara="1" vert="horz" wrap="square" lIns="0" tIns="0" rIns="0" bIns="0" rtlCol="0" anchor="t" anchorCtr="0">
            <a:spAutoFit/>
          </a:bodyPr>
          <a:lstStyle/>
          <a:p>
            <a:pPr algn="l"/>
            <a:r>
              <a:rPr lang="en-US" sz="1400" dirty="0"/>
              <a:t>This package has been used in the Oregon OTP and VE-State models in Oregon to better estimate the number of owned vehicles by households. Higher income households in the default model have a negative quadratic term that reduces ownership as income grows past a certain point. </a:t>
            </a:r>
          </a:p>
          <a:p>
            <a:pPr algn="l"/>
            <a:endParaRPr lang="en-US" sz="1400" dirty="0"/>
          </a:p>
          <a:p>
            <a:pPr algn="l"/>
            <a:r>
              <a:rPr lang="en-US" sz="1400" dirty="0"/>
              <a:t>The data from Oregon didn’t align with that – and instead, cap the income where that decline starts to occur.  </a:t>
            </a:r>
          </a:p>
          <a:p>
            <a:pPr algn="l"/>
            <a:r>
              <a:rPr lang="en-US" sz="1400" dirty="0"/>
              <a:t> </a:t>
            </a:r>
          </a:p>
        </p:txBody>
      </p:sp>
      <p:sp>
        <p:nvSpPr>
          <p:cNvPr id="21" name="Rectangle 20">
            <a:extLst>
              <a:ext uri="{FF2B5EF4-FFF2-40B4-BE49-F238E27FC236}">
                <a16:creationId xmlns:a16="http://schemas.microsoft.com/office/drawing/2014/main" id="{0394CA2A-D1AD-AA4E-BC20-D866D344C46F}"/>
              </a:ext>
            </a:extLst>
          </p:cNvPr>
          <p:cNvSpPr/>
          <p:nvPr/>
        </p:nvSpPr>
        <p:spPr>
          <a:xfrm>
            <a:off x="7720263" y="889644"/>
            <a:ext cx="1913021" cy="90969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Specific Packages</a:t>
            </a:r>
          </a:p>
        </p:txBody>
      </p:sp>
      <p:sp>
        <p:nvSpPr>
          <p:cNvPr id="22" name="TextBox 21">
            <a:extLst>
              <a:ext uri="{FF2B5EF4-FFF2-40B4-BE49-F238E27FC236}">
                <a16:creationId xmlns:a16="http://schemas.microsoft.com/office/drawing/2014/main" id="{CE1ECA04-E618-109A-570E-7EE43F769340}"/>
              </a:ext>
            </a:extLst>
          </p:cNvPr>
          <p:cNvSpPr txBox="1"/>
          <p:nvPr/>
        </p:nvSpPr>
        <p:spPr>
          <a:xfrm>
            <a:off x="7789206" y="2028080"/>
            <a:ext cx="2553941" cy="3016210"/>
          </a:xfrm>
          <a:prstGeom prst="rect">
            <a:avLst/>
          </a:prstGeom>
        </p:spPr>
        <p:txBody>
          <a:bodyPr spcFirstLastPara="1" vert="horz" wrap="square" lIns="0" tIns="0" rIns="0" bIns="0" rtlCol="0" anchor="t" anchorCtr="0">
            <a:spAutoFit/>
          </a:bodyPr>
          <a:lstStyle/>
          <a:p>
            <a:pPr algn="l"/>
            <a:r>
              <a:rPr lang="en-US" sz="1400" dirty="0" err="1"/>
              <a:t>VESimHouseholdsSKATS</a:t>
            </a:r>
            <a:endParaRPr lang="en-US" sz="1400" dirty="0"/>
          </a:p>
          <a:p>
            <a:pPr algn="l"/>
            <a:r>
              <a:rPr lang="en-US" sz="1400" dirty="0" err="1"/>
              <a:t>VELandUseSKATS</a:t>
            </a:r>
            <a:endParaRPr lang="en-US" sz="1400" dirty="0"/>
          </a:p>
          <a:p>
            <a:pPr algn="l"/>
            <a:endParaRPr lang="en-US" sz="1400" dirty="0"/>
          </a:p>
          <a:p>
            <a:pPr algn="l"/>
            <a:r>
              <a:rPr lang="en-US" sz="1400" dirty="0"/>
              <a:t>The </a:t>
            </a:r>
            <a:r>
              <a:rPr lang="en-US" sz="1400" dirty="0" err="1"/>
              <a:t>VESimHouseholdsSKATS</a:t>
            </a:r>
            <a:r>
              <a:rPr lang="en-US" sz="1400" dirty="0"/>
              <a:t> is a unique name to align with the </a:t>
            </a:r>
            <a:r>
              <a:rPr lang="en-US" sz="1400" dirty="0" err="1"/>
              <a:t>PUMS</a:t>
            </a:r>
            <a:r>
              <a:rPr lang="en-US" sz="1400" dirty="0"/>
              <a:t> for the SKATS region that informs the synthetic population. </a:t>
            </a:r>
          </a:p>
          <a:p>
            <a:pPr algn="l"/>
            <a:endParaRPr lang="en-US" sz="1400" dirty="0"/>
          </a:p>
          <a:p>
            <a:pPr algn="l"/>
            <a:r>
              <a:rPr lang="en-US" sz="1400" dirty="0"/>
              <a:t>The </a:t>
            </a:r>
            <a:r>
              <a:rPr lang="en-US" sz="1400" dirty="0" err="1"/>
              <a:t>VELandUseSKATS</a:t>
            </a:r>
            <a:r>
              <a:rPr lang="en-US" sz="1400" dirty="0"/>
              <a:t> required code changes to look for the </a:t>
            </a:r>
            <a:r>
              <a:rPr lang="en-US" sz="1400" dirty="0" err="1"/>
              <a:t>VESimHouseholdsSKATS</a:t>
            </a:r>
            <a:r>
              <a:rPr lang="en-US" sz="1400" dirty="0"/>
              <a:t>. </a:t>
            </a:r>
          </a:p>
          <a:p>
            <a:pPr algn="l"/>
            <a:r>
              <a:rPr lang="en-US" sz="1400" dirty="0"/>
              <a:t> </a:t>
            </a:r>
          </a:p>
        </p:txBody>
      </p:sp>
    </p:spTree>
    <p:extLst>
      <p:ext uri="{BB962C8B-B14F-4D97-AF65-F5344CB8AC3E}">
        <p14:creationId xmlns:p14="http://schemas.microsoft.com/office/powerpoint/2010/main" val="3084064221"/>
      </p:ext>
    </p:extLst>
  </p:cSld>
  <p:clrMapOvr>
    <a:masterClrMapping/>
  </p:clrMapOvr>
</p:sld>
</file>

<file path=ppt/theme/theme1.xml><?xml version="1.0" encoding="utf-8"?>
<a:theme xmlns:a="http://schemas.openxmlformats.org/drawingml/2006/main" name="Bullet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8B8CB860-80B2-4C24-B384-9485113F0B07}"/>
    </a:ext>
  </a:extLst>
</a:theme>
</file>

<file path=ppt/theme/theme2.xml><?xml version="1.0" encoding="utf-8"?>
<a:theme xmlns:a="http://schemas.openxmlformats.org/drawingml/2006/main" name="Bold Bullet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E9934521-3DB5-4C5C-B157-CEB913FBD331}"/>
    </a:ext>
  </a:extLst>
</a:theme>
</file>

<file path=ppt/theme/theme3.xml><?xml version="1.0" encoding="utf-8"?>
<a:theme xmlns:a="http://schemas.openxmlformats.org/drawingml/2006/main" name="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EE4EC1A0-29A6-451A-AD4B-7830A77A69EC}"/>
    </a:ext>
  </a:extLst>
</a:theme>
</file>

<file path=ppt/theme/theme4.xml><?xml version="1.0" encoding="utf-8"?>
<a:theme xmlns:a="http://schemas.openxmlformats.org/drawingml/2006/main" name="1_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AD75CA53-6D6A-414E-ACE5-01AED4F1242C}"/>
    </a:ext>
  </a:extLst>
</a:theme>
</file>

<file path=ppt/theme/theme5.xml><?xml version="1.0" encoding="utf-8"?>
<a:theme xmlns:a="http://schemas.openxmlformats.org/drawingml/2006/main" name="2_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0AFF78E5-D3EC-47FE-907B-B2119CEDDDE8}"/>
    </a:ext>
  </a:extLst>
</a:theme>
</file>

<file path=ppt/theme/theme6.xml><?xml version="1.0" encoding="utf-8"?>
<a:theme xmlns:a="http://schemas.openxmlformats.org/drawingml/2006/main" name="3_Title, Divider, &amp; End Pages">
  <a:themeElements>
    <a:clrScheme name="RSG">
      <a:dk1>
        <a:srgbClr val="48484A"/>
      </a:dk1>
      <a:lt1>
        <a:srgbClr val="FFFFFF"/>
      </a:lt1>
      <a:dk2>
        <a:srgbClr val="262626"/>
      </a:dk2>
      <a:lt2>
        <a:srgbClr val="F68B1F"/>
      </a:lt2>
      <a:accent1>
        <a:srgbClr val="006FA1"/>
      </a:accent1>
      <a:accent2>
        <a:srgbClr val="75BEE9"/>
      </a:accent2>
      <a:accent3>
        <a:srgbClr val="63AF5E"/>
      </a:accent3>
      <a:accent4>
        <a:srgbClr val="FFC20E"/>
      </a:accent4>
      <a:accent5>
        <a:srgbClr val="524D85"/>
      </a:accent5>
      <a:accent6>
        <a:srgbClr val="BA1222"/>
      </a:accent6>
      <a:hlink>
        <a:srgbClr val="48484A"/>
      </a:hlink>
      <a:folHlink>
        <a:srgbClr val="524D8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SG PPT Template - Light Mode" id="{798C8988-9AEC-40FC-B9A5-03CEB88C3CCF}" vid="{355DFA3D-B2D6-48CE-8808-EF139289E11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FE9B44CB32434485FAEE13F3DCC879" ma:contentTypeVersion="3" ma:contentTypeDescription="Create a new document." ma:contentTypeScope="" ma:versionID="2564eb242f7a14008f52610cc41af47f">
  <xsd:schema xmlns:xsd="http://www.w3.org/2001/XMLSchema" xmlns:xs="http://www.w3.org/2001/XMLSchema" xmlns:p="http://schemas.microsoft.com/office/2006/metadata/properties" xmlns:ns2="716b2ee4-6f09-4e94-8812-f24201c9930a" targetNamespace="http://schemas.microsoft.com/office/2006/metadata/properties" ma:root="true" ma:fieldsID="479ea790c0d7a21b74a3f57f8c56b21e" ns2:_="">
    <xsd:import namespace="716b2ee4-6f09-4e94-8812-f24201c9930a"/>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6b2ee4-6f09-4e94-8812-f24201c99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B548D2-16E5-4D59-9228-B99A31CAF826}">
  <ds:schemaRefs>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elements/1.1/"/>
    <ds:schemaRef ds:uri="716b2ee4-6f09-4e94-8812-f24201c9930a"/>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E23E702B-A4A8-49D1-8100-74D24C5D8E81}">
  <ds:schemaRefs>
    <ds:schemaRef ds:uri="http://schemas.microsoft.com/sharepoint/v3/contenttype/forms"/>
  </ds:schemaRefs>
</ds:datastoreItem>
</file>

<file path=customXml/itemProps3.xml><?xml version="1.0" encoding="utf-8"?>
<ds:datastoreItem xmlns:ds="http://schemas.openxmlformats.org/officeDocument/2006/customXml" ds:itemID="{8DF2EF38-BC24-4860-86AA-E6ADD15D6D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6b2ee4-6f09-4e94-8812-f24201c993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RSG PPT Template - Light Mode</Template>
  <TotalTime>186</TotalTime>
  <Words>1843</Words>
  <Application>Microsoft Office PowerPoint</Application>
  <PresentationFormat>Widescreen</PresentationFormat>
  <Paragraphs>221</Paragraphs>
  <Slides>19</Slides>
  <Notes>0</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19</vt:i4>
      </vt:variant>
    </vt:vector>
  </HeadingPairs>
  <TitlesOfParts>
    <vt:vector size="30" baseType="lpstr">
      <vt:lpstr>Arial</vt:lpstr>
      <vt:lpstr>Calibri</vt:lpstr>
      <vt:lpstr>Courier New</vt:lpstr>
      <vt:lpstr>System Font Regular</vt:lpstr>
      <vt:lpstr>Wingdings</vt:lpstr>
      <vt:lpstr>Bullet Pages</vt:lpstr>
      <vt:lpstr>Bold Bullets</vt:lpstr>
      <vt:lpstr>Title, Divider, &amp; End Pages</vt:lpstr>
      <vt:lpstr>1_Title, Divider, &amp; End Pages</vt:lpstr>
      <vt:lpstr>2_Title, Divider, &amp; End Pages</vt:lpstr>
      <vt:lpstr>3_Title, Divider, &amp; End Pages</vt:lpstr>
      <vt:lpstr>Oregon VE Models Installation Guide</vt:lpstr>
      <vt:lpstr>VE_Dev &amp; VE_Extras Repos</vt:lpstr>
      <vt:lpstr>Oregon Scenario Planning GitHub Organization</vt:lpstr>
      <vt:lpstr>VisionEval-Dev &amp; VE_Extras Relationship</vt:lpstr>
      <vt:lpstr>Core VE Models</vt:lpstr>
      <vt:lpstr>Step 1: Clone the VisionEval-Dev and ODOT_VE_Extras repositories</vt:lpstr>
      <vt:lpstr>Step 2: Build the VisionEval model</vt:lpstr>
      <vt:lpstr>Step 3: Install packages to the VE Library</vt:lpstr>
      <vt:lpstr>Step 4: Troubleshooting install issues</vt:lpstr>
      <vt:lpstr>Step 5: Install and run a VE Model</vt:lpstr>
      <vt:lpstr>Step 5: Install and run a VE Model</vt:lpstr>
      <vt:lpstr>Step 5 (con’t): Install and run a VE Model</vt:lpstr>
      <vt:lpstr>Step 5 (con’t): Install and run a VE Model</vt:lpstr>
      <vt:lpstr>Step 6: Extract Model Results</vt:lpstr>
      <vt:lpstr>Specific and Custom Packages</vt:lpstr>
      <vt:lpstr>VE-RSPM Packages &amp; Modules – Base FHWA</vt:lpstr>
      <vt:lpstr>VE-State Packages &amp; Modules – base FHWA</vt:lpstr>
      <vt:lpstr>Travel Demand Package Evolution</vt:lpstr>
      <vt:lpstr>Customized Packages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 VE Extras Installation Guide</dc:title>
  <dc:creator>Nicholas Fisher</dc:creator>
  <cp:lastModifiedBy>Jonathan Slason</cp:lastModifiedBy>
  <cp:revision>270</cp:revision>
  <cp:lastPrinted>2022-11-01T17:15:33Z</cp:lastPrinted>
  <dcterms:created xsi:type="dcterms:W3CDTF">2023-12-27T17:26:17Z</dcterms:created>
  <dcterms:modified xsi:type="dcterms:W3CDTF">2024-06-07T12:49:32Z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0x010100F6FE9B44CB32434485FAEE13F3DCC879</vt:lpwstr>
  </property>
  <property fmtid="{D5CDD505-2E9C-101B-9397-08002B2CF9AE}" pid="3" name="MediaServiceImageTags">
    <vt:lpwstr/>
  </property>
</Properties>
</file>